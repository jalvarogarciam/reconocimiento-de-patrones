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6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62" r:id="rId2"/>
    <p:sldMasterId id="2147483678" r:id="rId3"/>
  </p:sldMasterIdLst>
  <p:notesMasterIdLst>
    <p:notesMasterId r:id="rId44"/>
  </p:notesMasterIdLst>
  <p:handoutMasterIdLst>
    <p:handoutMasterId r:id="rId45"/>
  </p:handoutMasterIdLst>
  <p:sldIdLst>
    <p:sldId id="256" r:id="rId4"/>
    <p:sldId id="370" r:id="rId5"/>
    <p:sldId id="371" r:id="rId6"/>
    <p:sldId id="374" r:id="rId7"/>
    <p:sldId id="377" r:id="rId8"/>
    <p:sldId id="383" r:id="rId9"/>
    <p:sldId id="381" r:id="rId10"/>
    <p:sldId id="378" r:id="rId11"/>
    <p:sldId id="382" r:id="rId12"/>
    <p:sldId id="384" r:id="rId13"/>
    <p:sldId id="380" r:id="rId14"/>
    <p:sldId id="379" r:id="rId15"/>
    <p:sldId id="385" r:id="rId16"/>
    <p:sldId id="386" r:id="rId17"/>
    <p:sldId id="332" r:id="rId18"/>
    <p:sldId id="345" r:id="rId19"/>
    <p:sldId id="342" r:id="rId20"/>
    <p:sldId id="350" r:id="rId21"/>
    <p:sldId id="341" r:id="rId22"/>
    <p:sldId id="354" r:id="rId23"/>
    <p:sldId id="336" r:id="rId24"/>
    <p:sldId id="343" r:id="rId25"/>
    <p:sldId id="288" r:id="rId26"/>
    <p:sldId id="289" r:id="rId27"/>
    <p:sldId id="353" r:id="rId28"/>
    <p:sldId id="290" r:id="rId29"/>
    <p:sldId id="344" r:id="rId30"/>
    <p:sldId id="390" r:id="rId31"/>
    <p:sldId id="391" r:id="rId32"/>
    <p:sldId id="392" r:id="rId33"/>
    <p:sldId id="393" r:id="rId34"/>
    <p:sldId id="299" r:id="rId35"/>
    <p:sldId id="300" r:id="rId36"/>
    <p:sldId id="301" r:id="rId37"/>
    <p:sldId id="387" r:id="rId38"/>
    <p:sldId id="292" r:id="rId39"/>
    <p:sldId id="303" r:id="rId40"/>
    <p:sldId id="302" r:id="rId41"/>
    <p:sldId id="388" r:id="rId42"/>
    <p:sldId id="389" r:id="rId43"/>
  </p:sldIdLst>
  <p:sldSz cx="9144000" cy="6858000" type="screen4x3"/>
  <p:notesSz cx="6743700" cy="99060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s-ES_tradnl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0">
          <p15:clr>
            <a:srgbClr val="A4A3A4"/>
          </p15:clr>
        </p15:guide>
        <p15:guide id="2" pos="212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99"/>
    <a:srgbClr val="0033CC"/>
    <a:srgbClr val="A7FFA7"/>
    <a:srgbClr val="FFB3C0"/>
    <a:srgbClr val="FFCCCC"/>
    <a:srgbClr val="66CCFF"/>
    <a:srgbClr val="CCECFF"/>
    <a:srgbClr val="EA90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0" d="100"/>
          <a:sy n="40" d="100"/>
        </p:scale>
        <p:origin x="-1488" y="-96"/>
      </p:cViewPr>
      <p:guideLst>
        <p:guide orient="horz" pos="3120"/>
        <p:guide pos="212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8525" y="4706938"/>
            <a:ext cx="4946650" cy="445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73" tIns="45032" rIns="91673" bIns="4503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noProof="0" smtClean="0"/>
              <a:t>Click to edit Master text styles</a:t>
            </a:r>
          </a:p>
          <a:p>
            <a:pPr lvl="1"/>
            <a:r>
              <a:rPr lang="es-ES_tradnl" noProof="0" smtClean="0"/>
              <a:t>Second level</a:t>
            </a:r>
          </a:p>
          <a:p>
            <a:pPr lvl="2"/>
            <a:r>
              <a:rPr lang="es-ES_tradnl" noProof="0" smtClean="0"/>
              <a:t>Third level</a:t>
            </a:r>
          </a:p>
          <a:p>
            <a:pPr lvl="3"/>
            <a:r>
              <a:rPr lang="es-ES_tradnl" noProof="0" smtClean="0"/>
              <a:t>Fourth level</a:t>
            </a:r>
          </a:p>
          <a:p>
            <a:pPr lvl="4"/>
            <a:r>
              <a:rPr lang="es-ES_tradnl" noProof="0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3A02D57-16F9-4396-99A6-A15FCB74C8EC}" type="slidenum">
              <a:rPr lang="en-US" altLang="es-ES"/>
              <a:pPr/>
              <a:t>4</a:t>
            </a:fld>
            <a:endParaRPr lang="en-US" altLang="es-ES"/>
          </a:p>
        </p:txBody>
      </p:sp>
      <p:sp>
        <p:nvSpPr>
          <p:cNvPr id="13315" name="Rectangle 2"/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s-ES" altLang="es-E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9CA95276-B32A-48D2-B493-F45DD887C904}" type="slidenum">
              <a:rPr lang="en-US" altLang="es-ES" sz="1200">
                <a:solidFill>
                  <a:srgbClr val="000000"/>
                </a:solidFill>
              </a:rPr>
              <a:pPr algn="r"/>
              <a:t>5</a:t>
            </a:fld>
            <a:endParaRPr lang="en-US" altLang="es-ES" sz="1200">
              <a:solidFill>
                <a:srgbClr val="000000"/>
              </a:solidFill>
            </a:endParaRPr>
          </a:p>
        </p:txBody>
      </p:sp>
      <p:sp>
        <p:nvSpPr>
          <p:cNvPr id="15363" name="Rectangle 2"/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s-ES" altLang="es-E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9DC29B0B-813E-4AC6-81C5-3798850074EB}" type="slidenum">
              <a:rPr lang="en-US" altLang="es-ES" sz="1200">
                <a:solidFill>
                  <a:srgbClr val="000000"/>
                </a:solidFill>
              </a:rPr>
              <a:pPr algn="r"/>
              <a:t>8</a:t>
            </a:fld>
            <a:endParaRPr lang="en-US" altLang="es-ES" sz="1200">
              <a:solidFill>
                <a:srgbClr val="000000"/>
              </a:solidFill>
            </a:endParaRPr>
          </a:p>
        </p:txBody>
      </p:sp>
      <p:sp>
        <p:nvSpPr>
          <p:cNvPr id="19459" name="Rectangle 2"/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s-ES" altLang="es-E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8742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8742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8742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8742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03D8CE1-54BC-4DE7-A836-7F9014D9CEE6}" type="slidenum">
              <a:rPr lang="es-ES_tradnl" altLang="es-ES" sz="1200">
                <a:latin typeface="Tahoma" panose="020B0604030504040204" pitchFamily="34" charset="0"/>
              </a:rPr>
              <a:pPr/>
              <a:t>9</a:t>
            </a:fld>
            <a:endParaRPr lang="es-ES_tradnl" altLang="es-ES" sz="1200">
              <a:latin typeface="Tahoma" panose="020B0604030504040204" pitchFamily="34" charset="0"/>
            </a:endParaRPr>
          </a:p>
        </p:txBody>
      </p:sp>
      <p:sp>
        <p:nvSpPr>
          <p:cNvPr id="21507" name="Rectangle 2"/>
          <p:cNvSpPr>
            <a:spLocks noChangeArrowheads="1" noTextEdi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s-ES" altLang="es-E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8742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8742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8742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8742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4B3C13D-C44D-419B-9DD5-84A6FBDA1EB0}" type="slidenum">
              <a:rPr lang="es-ES_tradnl" altLang="es-ES" sz="1200">
                <a:latin typeface="Tahoma" panose="020B0604030504040204" pitchFamily="34" charset="0"/>
              </a:rPr>
              <a:pPr/>
              <a:t>10</a:t>
            </a:fld>
            <a:endParaRPr lang="es-ES_tradnl" altLang="es-ES" sz="1200">
              <a:latin typeface="Tahoma" panose="020B0604030504040204" pitchFamily="34" charset="0"/>
            </a:endParaRPr>
          </a:p>
        </p:txBody>
      </p:sp>
      <p:sp>
        <p:nvSpPr>
          <p:cNvPr id="23555" name="Rectangle 2"/>
          <p:cNvSpPr>
            <a:spLocks noChangeArrowheads="1" noTextEdi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s-ES" altLang="es-E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EC116BF-37E7-4955-815A-C61838810DA3}" type="slidenum">
              <a:rPr lang="en-US" altLang="es-ES"/>
              <a:pPr/>
              <a:t>11</a:t>
            </a:fld>
            <a:endParaRPr lang="en-US" altLang="es-ES"/>
          </a:p>
        </p:txBody>
      </p:sp>
      <p:sp>
        <p:nvSpPr>
          <p:cNvPr id="25603" name="Rectangle 2"/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s-ES" altLang="es-E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884A9A7-1FF2-4F8C-ABB4-1CC85CBF26C9}" type="slidenum">
              <a:rPr lang="en-US" altLang="es-ES"/>
              <a:pPr/>
              <a:t>12</a:t>
            </a:fld>
            <a:endParaRPr lang="en-US" altLang="es-ES"/>
          </a:p>
        </p:txBody>
      </p:sp>
      <p:sp>
        <p:nvSpPr>
          <p:cNvPr id="27651" name="Rectangle 2"/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s-ES" altLang="es-E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8742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8742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8742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8742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A2ADFBA-E4F8-45C2-B0AF-0B08675E8E21}" type="slidenum">
              <a:rPr lang="es-ES_tradnl" altLang="es-ES" sz="1200">
                <a:latin typeface="Tahoma" panose="020B0604030504040204" pitchFamily="34" charset="0"/>
              </a:rPr>
              <a:pPr/>
              <a:t>13</a:t>
            </a:fld>
            <a:endParaRPr lang="es-ES_tradnl" altLang="es-ES" sz="1200">
              <a:latin typeface="Tahoma" panose="020B0604030504040204" pitchFamily="34" charset="0"/>
            </a:endParaRPr>
          </a:p>
        </p:txBody>
      </p:sp>
      <p:sp>
        <p:nvSpPr>
          <p:cNvPr id="29699" name="Rectangle 2"/>
          <p:cNvSpPr>
            <a:spLocks noChangeArrowheads="1" noTextEdi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s-ES" altLang="es-E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8742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8742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8742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87425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A2DC2AA-CDE7-409E-8787-C60BEDB7F4ED}" type="slidenum">
              <a:rPr lang="es-ES_tradnl" altLang="es-ES" sz="1200">
                <a:latin typeface="Tahoma" panose="020B0604030504040204" pitchFamily="34" charset="0"/>
              </a:rPr>
              <a:pPr/>
              <a:t>14</a:t>
            </a:fld>
            <a:endParaRPr lang="es-ES_tradnl" altLang="es-ES" sz="1200">
              <a:latin typeface="Tahoma" panose="020B0604030504040204" pitchFamily="34" charset="0"/>
            </a:endParaRPr>
          </a:p>
        </p:txBody>
      </p:sp>
      <p:sp>
        <p:nvSpPr>
          <p:cNvPr id="31747" name="Rectangle 2"/>
          <p:cNvSpPr>
            <a:spLocks noChangeArrowheads="1" noTextEdi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s-ES" altLang="es-E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4543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6241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659601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02353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5066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3350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4462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40104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 smtClean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176736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2134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93218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28621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ítulo, texto y 2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contenido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27336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7"/>
          <p:cNvSpPr>
            <a:spLocks noChangeShapeType="1"/>
          </p:cNvSpPr>
          <p:nvPr userDrawn="1"/>
        </p:nvSpPr>
        <p:spPr bwMode="auto">
          <a:xfrm>
            <a:off x="685800" y="914400"/>
            <a:ext cx="7772400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ES"/>
          </a:p>
        </p:txBody>
      </p:sp>
      <p:pic>
        <p:nvPicPr>
          <p:cNvPr id="5" name="Picture 18" descr="cu_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975" y="201613"/>
            <a:ext cx="403542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8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s-ES" noProof="0" smtClean="0"/>
              <a:t>Click to edit Master title style</a:t>
            </a:r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s-ES" noProof="0" smtClean="0"/>
              <a:t>Click to edit Master subtitle style</a:t>
            </a: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7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fld id="{525E49FC-613D-4BDF-9A4C-1E0993A6832F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26934041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7F7D3E-AF83-4AD1-9CEE-A0FE8D6043C3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16536725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308D0C-5EB2-4162-AE82-576EB35CA335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11072844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76700" cy="491331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86300" y="1219200"/>
            <a:ext cx="4076700" cy="491331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C0412B-6565-43BA-B83A-6E1D6B238C6B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26961273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8A00C0-580F-4677-BD60-A03C281798C4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16502812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430020-7C28-45AB-B605-AD6482C6BC62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36899842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1E4E9F-2DCC-43BF-9FC8-522D4B74E3EE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11991890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316690-9EFC-401C-AEEE-61529B58069A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7363671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 smtClean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3E9C90-99EC-4456-ACCA-6F8FFD68E9C9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5195109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5E864E-71D3-4B72-A942-B671DF211152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13713641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78613" y="304800"/>
            <a:ext cx="2084387" cy="5827713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25450" y="304800"/>
            <a:ext cx="6100763" cy="5827713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35441F-3FF5-44FD-A075-13E0F267384C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12742050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25450" y="304800"/>
            <a:ext cx="8326438" cy="6096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sz="half" idx="1"/>
          </p:nvPr>
        </p:nvSpPr>
        <p:spPr>
          <a:xfrm>
            <a:off x="457200" y="1219200"/>
            <a:ext cx="4076700" cy="491331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86300" y="1219200"/>
            <a:ext cx="4076700" cy="491331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C1FDAA-13F1-4641-8626-8E68D7CAA61D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26593562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/>
          </p:nvPr>
        </p:nvSpPr>
        <p:spPr>
          <a:xfrm>
            <a:off x="425450" y="304800"/>
            <a:ext cx="8337550" cy="582771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B2B011-18C7-449D-BC0A-368503CDD48B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381222165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ítulo, 1 objeto y 2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25450" y="304800"/>
            <a:ext cx="8326438" cy="6096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76700" cy="491331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quarter" idx="2"/>
          </p:nvPr>
        </p:nvSpPr>
        <p:spPr>
          <a:xfrm>
            <a:off x="4686300" y="1219200"/>
            <a:ext cx="4076700" cy="237966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contenido 4"/>
          <p:cNvSpPr>
            <a:spLocks noGrp="1"/>
          </p:cNvSpPr>
          <p:nvPr>
            <p:ph sz="quarter" idx="3"/>
          </p:nvPr>
        </p:nvSpPr>
        <p:spPr>
          <a:xfrm>
            <a:off x="4686300" y="3751263"/>
            <a:ext cx="4076700" cy="238125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F3F1C-22A7-4126-8E2F-F3EDB48804A4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20765283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ítulo y 4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sz="quarter"/>
          </p:nvPr>
        </p:nvSpPr>
        <p:spPr>
          <a:xfrm>
            <a:off x="425450" y="304800"/>
            <a:ext cx="8326438" cy="6096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76700" cy="237966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quarter" idx="2"/>
          </p:nvPr>
        </p:nvSpPr>
        <p:spPr>
          <a:xfrm>
            <a:off x="4686300" y="1219200"/>
            <a:ext cx="4076700" cy="237966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contenido 4"/>
          <p:cNvSpPr>
            <a:spLocks noGrp="1"/>
          </p:cNvSpPr>
          <p:nvPr>
            <p:ph sz="quarter" idx="3"/>
          </p:nvPr>
        </p:nvSpPr>
        <p:spPr>
          <a:xfrm>
            <a:off x="457200" y="3751263"/>
            <a:ext cx="4076700" cy="238125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86300" y="3751263"/>
            <a:ext cx="4076700" cy="238125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91CA3E-2184-41E7-B132-EDB50AF8BE96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32935282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ítulo, texto y 2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contenido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s-ES_tradnl" altLang="es-ES"/>
              <a:t>   	Procesamiento de Imágenes			        </a:t>
            </a:r>
            <a:fld id="{EE6AFBF3-E297-469B-A92D-1B9967F59CC8}" type="slidenum">
              <a:rPr lang="es-ES_tradnl" altLang="es-ES"/>
              <a:pPr>
                <a:defRPr/>
              </a:pPr>
              <a:t>‹Nº›</a:t>
            </a:fld>
            <a:endParaRPr lang="es-ES_tradnl" altLang="es-ES"/>
          </a:p>
          <a:p>
            <a:pPr>
              <a:defRPr/>
            </a:pPr>
            <a:r>
              <a:rPr lang="es-ES_tradnl" altLang="es-ES"/>
              <a:t>Tema 5. Espacios de color y el dominio frecuencial.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27732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7"/>
          <p:cNvSpPr>
            <a:spLocks noChangeShapeType="1"/>
          </p:cNvSpPr>
          <p:nvPr userDrawn="1"/>
        </p:nvSpPr>
        <p:spPr bwMode="auto">
          <a:xfrm>
            <a:off x="685800" y="914400"/>
            <a:ext cx="7772400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ES"/>
          </a:p>
        </p:txBody>
      </p:sp>
      <p:pic>
        <p:nvPicPr>
          <p:cNvPr id="5" name="Picture 18" descr="cu_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975" y="201613"/>
            <a:ext cx="403542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8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s-ES" noProof="0" smtClean="0"/>
              <a:t>Click to edit Master title style</a:t>
            </a:r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s-ES" noProof="0" smtClean="0"/>
              <a:t>Click to edit Master subtitle style</a:t>
            </a: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7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fld id="{AB02D31A-4A68-4FB4-9250-F0EB1CCB1EC9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130256362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722359-D017-49F1-8395-D2D058A5A62E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42002669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579E33-6EBF-4A50-99ED-242FB6FE8F7E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19446479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76700" cy="491331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86300" y="1219200"/>
            <a:ext cx="4076700" cy="491331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9ADE90-1F9E-425C-A537-8CD81E0C9431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270971388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6CE4F-AE8D-4481-A792-D5597FA7D087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22378510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91F9F2-15C8-424C-BA1B-B5E038451D2E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37438072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947245-26FB-4D20-BEAB-32AE5839FA59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110329787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1916CD-5ECE-48F9-AD53-A41D9E8F366A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123840913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 smtClean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4C4DEB-296A-4AA6-936A-FAA0FC031F1A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4354656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357DFD-D6D0-43AF-9313-68ED6D2DF39A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391652210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78613" y="304800"/>
            <a:ext cx="2084387" cy="5827713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25450" y="304800"/>
            <a:ext cx="6100763" cy="5827713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230B1-5CBE-4A02-AF48-F699FB80C648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369852351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25450" y="304800"/>
            <a:ext cx="8326438" cy="6096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sz="half" idx="1"/>
          </p:nvPr>
        </p:nvSpPr>
        <p:spPr>
          <a:xfrm>
            <a:off x="457200" y="1219200"/>
            <a:ext cx="4076700" cy="491331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86300" y="1219200"/>
            <a:ext cx="4076700" cy="491331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E3D1CA-FA5F-4D23-A5D1-585981C697D8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229687739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/>
          </p:nvPr>
        </p:nvSpPr>
        <p:spPr>
          <a:xfrm>
            <a:off x="425450" y="304800"/>
            <a:ext cx="8337550" cy="582771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4451CE-E18D-40A6-B195-8C6981971682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16401945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ítulo, 1 objeto y 2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25450" y="304800"/>
            <a:ext cx="8326438" cy="6096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76700" cy="491331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quarter" idx="2"/>
          </p:nvPr>
        </p:nvSpPr>
        <p:spPr>
          <a:xfrm>
            <a:off x="4686300" y="1219200"/>
            <a:ext cx="4076700" cy="237966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contenido 4"/>
          <p:cNvSpPr>
            <a:spLocks noGrp="1"/>
          </p:cNvSpPr>
          <p:nvPr>
            <p:ph sz="quarter" idx="3"/>
          </p:nvPr>
        </p:nvSpPr>
        <p:spPr>
          <a:xfrm>
            <a:off x="4686300" y="3751263"/>
            <a:ext cx="4076700" cy="238125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9EB48D-D12E-4EA3-A1C9-336F152176DF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221250480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ítulo y 4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sz="quarter"/>
          </p:nvPr>
        </p:nvSpPr>
        <p:spPr>
          <a:xfrm>
            <a:off x="425450" y="304800"/>
            <a:ext cx="8326438" cy="6096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76700" cy="237966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quarter" idx="2"/>
          </p:nvPr>
        </p:nvSpPr>
        <p:spPr>
          <a:xfrm>
            <a:off x="4686300" y="1219200"/>
            <a:ext cx="4076700" cy="237966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contenido 4"/>
          <p:cNvSpPr>
            <a:spLocks noGrp="1"/>
          </p:cNvSpPr>
          <p:nvPr>
            <p:ph sz="quarter" idx="3"/>
          </p:nvPr>
        </p:nvSpPr>
        <p:spPr>
          <a:xfrm>
            <a:off x="457200" y="3751263"/>
            <a:ext cx="4076700" cy="238125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86300" y="3751263"/>
            <a:ext cx="4076700" cy="238125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79231A-ADBA-43E6-B399-77DA3FB06BB8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374938476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ítulo, texto y 2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contenido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_tradnl" altLang="es-ES"/>
              <a:t>   	Procesamiento de Imágenes			        </a:t>
            </a:r>
            <a:fld id="{EBE95D2D-C837-4EF1-BB8D-D10D9252D6AE}" type="slidenum">
              <a:rPr lang="es-ES_tradnl" altLang="es-ES"/>
              <a:pPr>
                <a:defRPr/>
              </a:pPr>
              <a:t>‹Nº›</a:t>
            </a:fld>
            <a:endParaRPr lang="es-ES_tradnl" altLang="es-ES"/>
          </a:p>
          <a:p>
            <a:pPr>
              <a:defRPr/>
            </a:pPr>
            <a:r>
              <a:rPr lang="es-ES_tradnl" altLang="es-ES"/>
              <a:t>Tema 5. Espacios de color y el dominio frecuencial.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1425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ES" smtClean="0"/>
              <a:t>Click to edit Master title style</a:t>
            </a:r>
          </a:p>
        </p:txBody>
      </p:sp>
      <p:sp>
        <p:nvSpPr>
          <p:cNvPr id="1027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ES" smtClean="0"/>
              <a:t>Click to edit Master text styles</a:t>
            </a:r>
          </a:p>
          <a:p>
            <a:pPr lvl="1"/>
            <a:r>
              <a:rPr lang="es-ES_tradnl" altLang="es-ES" smtClean="0"/>
              <a:t>Second level</a:t>
            </a:r>
          </a:p>
          <a:p>
            <a:pPr lvl="2"/>
            <a:r>
              <a:rPr lang="es-ES_tradnl" altLang="es-ES" smtClean="0"/>
              <a:t>Third level</a:t>
            </a:r>
          </a:p>
          <a:p>
            <a:pPr lvl="3"/>
            <a:r>
              <a:rPr lang="es-ES_tradnl" altLang="es-ES" smtClean="0"/>
              <a:t>Fourth level</a:t>
            </a:r>
          </a:p>
          <a:p>
            <a:pPr lvl="4"/>
            <a:r>
              <a:rPr lang="es-ES_tradnl" altLang="es-ES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2" r:id="rId1"/>
    <p:sldLayoutId id="2147483993" r:id="rId2"/>
    <p:sldLayoutId id="2147483994" r:id="rId3"/>
    <p:sldLayoutId id="2147483995" r:id="rId4"/>
    <p:sldLayoutId id="2147483996" r:id="rId5"/>
    <p:sldLayoutId id="2147483997" r:id="rId6"/>
    <p:sldLayoutId id="2147483998" r:id="rId7"/>
    <p:sldLayoutId id="2147483999" r:id="rId8"/>
    <p:sldLayoutId id="2147484000" r:id="rId9"/>
    <p:sldLayoutId id="2147484001" r:id="rId10"/>
    <p:sldLayoutId id="2147484002" r:id="rId11"/>
    <p:sldLayoutId id="2147484003" r:id="rId12"/>
    <p:sldLayoutId id="2147484004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063DE8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063DE8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063DE8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063DE8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063DE8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063DE8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063DE8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063DE8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063DE8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3200" i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425450" y="304800"/>
            <a:ext cx="8326438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s-ES" smtClean="0"/>
              <a:t>Click to edit Master title style</a:t>
            </a:r>
          </a:p>
        </p:txBody>
      </p:sp>
      <p:sp>
        <p:nvSpPr>
          <p:cNvPr id="2051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19200"/>
            <a:ext cx="8305800" cy="4913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s-ES" smtClean="0"/>
              <a:t>Click to edit Master text styles</a:t>
            </a:r>
          </a:p>
          <a:p>
            <a:pPr lvl="1"/>
            <a:r>
              <a:rPr lang="en-US" altLang="es-ES" smtClean="0"/>
              <a:t>Second level</a:t>
            </a:r>
          </a:p>
          <a:p>
            <a:pPr lvl="2"/>
            <a:r>
              <a:rPr lang="en-US" altLang="es-ES" smtClean="0"/>
              <a:t>Third level</a:t>
            </a:r>
          </a:p>
          <a:p>
            <a:pPr lvl="3"/>
            <a:r>
              <a:rPr lang="en-US" altLang="es-ES" smtClean="0"/>
              <a:t>Fourth level</a:t>
            </a:r>
          </a:p>
          <a:p>
            <a:pPr lvl="4"/>
            <a:r>
              <a:rPr lang="en-US" altLang="es-ES" smtClean="0"/>
              <a:t>Fifth level</a:t>
            </a:r>
          </a:p>
        </p:txBody>
      </p:sp>
      <p:sp>
        <p:nvSpPr>
          <p:cNvPr id="615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65163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615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60713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615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45263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D92BE8AE-4588-400C-AEAD-55E124AC8C9F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05" r:id="rId2"/>
    <p:sldLayoutId id="2147484006" r:id="rId3"/>
    <p:sldLayoutId id="2147484007" r:id="rId4"/>
    <p:sldLayoutId id="2147484008" r:id="rId5"/>
    <p:sldLayoutId id="2147484009" r:id="rId6"/>
    <p:sldLayoutId id="2147484010" r:id="rId7"/>
    <p:sldLayoutId id="2147484011" r:id="rId8"/>
    <p:sldLayoutId id="2147484012" r:id="rId9"/>
    <p:sldLayoutId id="2147484013" r:id="rId10"/>
    <p:sldLayoutId id="2147484014" r:id="rId11"/>
    <p:sldLayoutId id="2147484015" r:id="rId12"/>
    <p:sldLayoutId id="2147484016" r:id="rId13"/>
    <p:sldLayoutId id="2147484017" r:id="rId14"/>
    <p:sldLayoutId id="2147484018" r:id="rId15"/>
    <p:sldLayoutId id="2147484034" r:id="rId16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425450" y="304800"/>
            <a:ext cx="8326438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s-ES" smtClean="0"/>
              <a:t>Click to edit Master title style</a:t>
            </a:r>
          </a:p>
        </p:txBody>
      </p:sp>
      <p:sp>
        <p:nvSpPr>
          <p:cNvPr id="3075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19200"/>
            <a:ext cx="8305800" cy="4913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s-ES" smtClean="0"/>
              <a:t>Click to edit Master text styles</a:t>
            </a:r>
          </a:p>
          <a:p>
            <a:pPr lvl="1"/>
            <a:r>
              <a:rPr lang="en-US" altLang="es-ES" smtClean="0"/>
              <a:t>Second level</a:t>
            </a:r>
          </a:p>
          <a:p>
            <a:pPr lvl="2"/>
            <a:r>
              <a:rPr lang="en-US" altLang="es-ES" smtClean="0"/>
              <a:t>Third level</a:t>
            </a:r>
          </a:p>
          <a:p>
            <a:pPr lvl="3"/>
            <a:r>
              <a:rPr lang="en-US" altLang="es-ES" smtClean="0"/>
              <a:t>Fourth level</a:t>
            </a:r>
          </a:p>
          <a:p>
            <a:pPr lvl="4"/>
            <a:r>
              <a:rPr lang="en-US" altLang="es-ES" smtClean="0"/>
              <a:t>Fifth level</a:t>
            </a:r>
          </a:p>
        </p:txBody>
      </p:sp>
      <p:sp>
        <p:nvSpPr>
          <p:cNvPr id="615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65163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615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60713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615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45263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8CC093BB-468B-43CA-873A-1BA0D5E33A91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5" r:id="rId1"/>
    <p:sldLayoutId id="2147484019" r:id="rId2"/>
    <p:sldLayoutId id="2147484020" r:id="rId3"/>
    <p:sldLayoutId id="2147484021" r:id="rId4"/>
    <p:sldLayoutId id="2147484022" r:id="rId5"/>
    <p:sldLayoutId id="2147484023" r:id="rId6"/>
    <p:sldLayoutId id="2147484024" r:id="rId7"/>
    <p:sldLayoutId id="2147484025" r:id="rId8"/>
    <p:sldLayoutId id="2147484026" r:id="rId9"/>
    <p:sldLayoutId id="2147484027" r:id="rId10"/>
    <p:sldLayoutId id="2147484028" r:id="rId11"/>
    <p:sldLayoutId id="2147484029" r:id="rId12"/>
    <p:sldLayoutId id="2147484030" r:id="rId13"/>
    <p:sldLayoutId id="2147484031" r:id="rId14"/>
    <p:sldLayoutId id="2147484032" r:id="rId15"/>
    <p:sldLayoutId id="2147484036" r:id="rId16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3.xml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2.xml"/><Relationship Id="rId11" Type="http://schemas.openxmlformats.org/officeDocument/2006/relationships/image" Target="../media/image8.png"/><Relationship Id="rId5" Type="http://schemas.openxmlformats.org/officeDocument/2006/relationships/slideLayout" Target="../slideLayouts/slideLayout15.xml"/><Relationship Id="rId10" Type="http://schemas.openxmlformats.org/officeDocument/2006/relationships/image" Target="../media/image7.png"/><Relationship Id="rId4" Type="http://schemas.openxmlformats.org/officeDocument/2006/relationships/tags" Target="../tags/tag4.xml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tags" Target="../tags/tag7.xml"/><Relationship Id="rId7" Type="http://schemas.openxmlformats.org/officeDocument/2006/relationships/image" Target="../media/image14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31.xml"/><Relationship Id="rId10" Type="http://schemas.openxmlformats.org/officeDocument/2006/relationships/image" Target="../media/image17.png"/><Relationship Id="rId4" Type="http://schemas.openxmlformats.org/officeDocument/2006/relationships/tags" Target="../tags/tag8.xml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vmlDrawing" Target="../drawings/vmlDrawing2.v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2.bin"/><Relationship Id="rId4" Type="http://schemas.openxmlformats.org/officeDocument/2006/relationships/notesSlide" Target="../notesSlides/notesSlide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24.png"/><Relationship Id="rId3" Type="http://schemas.openxmlformats.org/officeDocument/2006/relationships/tags" Target="../tags/tag11.xml"/><Relationship Id="rId7" Type="http://schemas.openxmlformats.org/officeDocument/2006/relationships/image" Target="../media/image20.png"/><Relationship Id="rId12" Type="http://schemas.openxmlformats.org/officeDocument/2006/relationships/image" Target="../media/image23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notesSlide" Target="../notesSlides/notesSlide7.xml"/><Relationship Id="rId11" Type="http://schemas.openxmlformats.org/officeDocument/2006/relationships/image" Target="../media/image22.png"/><Relationship Id="rId5" Type="http://schemas.openxmlformats.org/officeDocument/2006/relationships/slideLayout" Target="../slideLayouts/slideLayout31.xml"/><Relationship Id="rId10" Type="http://schemas.openxmlformats.org/officeDocument/2006/relationships/image" Target="../media/image21.png"/><Relationship Id="rId4" Type="http://schemas.openxmlformats.org/officeDocument/2006/relationships/tags" Target="../tags/tag12.xml"/><Relationship Id="rId9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5.xml"/><Relationship Id="rId4" Type="http://schemas.openxmlformats.org/officeDocument/2006/relationships/image" Target="../media/image26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13" Type="http://schemas.openxmlformats.org/officeDocument/2006/relationships/image" Target="../media/image37.jpeg"/><Relationship Id="rId3" Type="http://schemas.openxmlformats.org/officeDocument/2006/relationships/image" Target="../media/image27.jpeg"/><Relationship Id="rId7" Type="http://schemas.openxmlformats.org/officeDocument/2006/relationships/image" Target="../media/image31.jpeg"/><Relationship Id="rId12" Type="http://schemas.openxmlformats.org/officeDocument/2006/relationships/image" Target="../media/image36.jpeg"/><Relationship Id="rId17" Type="http://schemas.openxmlformats.org/officeDocument/2006/relationships/image" Target="../media/image25.jpe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40.jpeg"/><Relationship Id="rId1" Type="http://schemas.openxmlformats.org/officeDocument/2006/relationships/slideLayout" Target="../slideLayouts/slideLayout45.xml"/><Relationship Id="rId6" Type="http://schemas.openxmlformats.org/officeDocument/2006/relationships/image" Target="../media/image30.jpeg"/><Relationship Id="rId11" Type="http://schemas.openxmlformats.org/officeDocument/2006/relationships/image" Target="../media/image35.jpeg"/><Relationship Id="rId5" Type="http://schemas.openxmlformats.org/officeDocument/2006/relationships/image" Target="../media/image29.jpeg"/><Relationship Id="rId15" Type="http://schemas.openxmlformats.org/officeDocument/2006/relationships/image" Target="../media/image39.jpeg"/><Relationship Id="rId10" Type="http://schemas.openxmlformats.org/officeDocument/2006/relationships/image" Target="../media/image34.jpeg"/><Relationship Id="rId4" Type="http://schemas.openxmlformats.org/officeDocument/2006/relationships/image" Target="../media/image28.jpeg"/><Relationship Id="rId9" Type="http://schemas.openxmlformats.org/officeDocument/2006/relationships/image" Target="../media/image33.jpeg"/><Relationship Id="rId14" Type="http://schemas.openxmlformats.org/officeDocument/2006/relationships/image" Target="../media/image38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41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8"/>
          <p:cNvSpPr>
            <a:spLocks noChangeArrowheads="1"/>
          </p:cNvSpPr>
          <p:nvPr/>
        </p:nvSpPr>
        <p:spPr bwMode="auto">
          <a:xfrm>
            <a:off x="900113" y="2781300"/>
            <a:ext cx="7761287" cy="1354138"/>
          </a:xfrm>
          <a:prstGeom prst="rect">
            <a:avLst/>
          </a:prstGeom>
          <a:solidFill>
            <a:srgbClr val="FDE3B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921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915988" y="2886075"/>
            <a:ext cx="7772400" cy="1143000"/>
          </a:xfrm>
        </p:spPr>
        <p:txBody>
          <a:bodyPr/>
          <a:lstStyle/>
          <a:p>
            <a:r>
              <a:rPr lang="es-ES_tradnl" altLang="es-ES" smtClean="0"/>
              <a:t>Preprocesado y Extracción de características</a:t>
            </a:r>
          </a:p>
        </p:txBody>
      </p:sp>
      <p:graphicFrame>
        <p:nvGraphicFramePr>
          <p:cNvPr id="9220" name="Object 7"/>
          <p:cNvGraphicFramePr>
            <a:graphicFrameLocks noChangeAspect="1"/>
          </p:cNvGraphicFramePr>
          <p:nvPr/>
        </p:nvGraphicFramePr>
        <p:xfrm>
          <a:off x="2667000" y="609600"/>
          <a:ext cx="4419600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" name="Foto de Photo Editor" r:id="rId3" imgW="14060863" imgH="4153480" progId="MSPhotoEd.3">
                  <p:embed/>
                </p:oleObj>
              </mc:Choice>
              <mc:Fallback>
                <p:oleObj name="Foto de Photo Editor" r:id="rId3" imgW="14060863" imgH="4153480" progId="MSPhotoEd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609600"/>
                        <a:ext cx="4419600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Rectangle 9"/>
          <p:cNvSpPr>
            <a:spLocks noChangeArrowheads="1"/>
          </p:cNvSpPr>
          <p:nvPr/>
        </p:nvSpPr>
        <p:spPr bwMode="auto">
          <a:xfrm>
            <a:off x="107950" y="4797425"/>
            <a:ext cx="91440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lang="es-ES_tradnl" altLang="es-ES"/>
              <a:t>Dr. Pedro L. Galindo Riaño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es-ES_tradnl" altLang="es-ES"/>
              <a:t>Universidad de Cádiz</a:t>
            </a:r>
            <a:endParaRPr lang="es-ES_tradnl" altLang="es-ES" sz="3600"/>
          </a:p>
          <a:p>
            <a:pPr algn="ctr">
              <a:lnSpc>
                <a:spcPct val="80000"/>
              </a:lnSpc>
              <a:buFontTx/>
              <a:buNone/>
            </a:pPr>
            <a:endParaRPr lang="es-ES_tradnl" altLang="es-E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" smtClean="0"/>
              <a:t>Extracción de características</a:t>
            </a:r>
          </a:p>
        </p:txBody>
      </p:sp>
      <p:sp>
        <p:nvSpPr>
          <p:cNvPr id="10243" name="Marcador de contenido 2"/>
          <p:cNvSpPr>
            <a:spLocks noGrp="1"/>
          </p:cNvSpPr>
          <p:nvPr>
            <p:ph idx="1"/>
          </p:nvPr>
        </p:nvSpPr>
        <p:spPr>
          <a:xfrm>
            <a:off x="685800" y="1844675"/>
            <a:ext cx="7772400" cy="4114800"/>
          </a:xfrm>
        </p:spPr>
        <p:txBody>
          <a:bodyPr/>
          <a:lstStyle/>
          <a:p>
            <a:r>
              <a:rPr lang="es-ES" altLang="es-ES" smtClean="0"/>
              <a:t>Es la fase más importante de cualquier sistema de Reconocimiento de Patrones</a:t>
            </a:r>
          </a:p>
          <a:p>
            <a:r>
              <a:rPr lang="es-ES" altLang="es-ES" smtClean="0"/>
              <a:t>Cada problema diferente requiere unas características diferentes</a:t>
            </a:r>
          </a:p>
          <a:p>
            <a:r>
              <a:rPr lang="es-ES" altLang="es-ES" smtClean="0"/>
              <a:t>Dependen enormemente del problema</a:t>
            </a:r>
          </a:p>
          <a:p>
            <a:r>
              <a:rPr lang="es-ES" altLang="es-ES" smtClean="0"/>
              <a:t>Si se hace bien, el sistema podrá funcionar o no, pero si se hace mal, seguro que no funcionará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ítulo 1"/>
          <p:cNvSpPr>
            <a:spLocks noGrp="1"/>
          </p:cNvSpPr>
          <p:nvPr>
            <p:ph type="title"/>
          </p:nvPr>
        </p:nvSpPr>
        <p:spPr>
          <a:xfrm>
            <a:off x="684213" y="609600"/>
            <a:ext cx="7772400" cy="1143000"/>
          </a:xfrm>
        </p:spPr>
        <p:txBody>
          <a:bodyPr/>
          <a:lstStyle/>
          <a:p>
            <a:r>
              <a:rPr lang="es-ES" altLang="es-ES" smtClean="0"/>
              <a:t>Técnicas extracción caract.</a:t>
            </a:r>
          </a:p>
        </p:txBody>
      </p:sp>
      <p:sp>
        <p:nvSpPr>
          <p:cNvPr id="11267" name="Marcador de contenido 2"/>
          <p:cNvSpPr>
            <a:spLocks noGrp="1"/>
          </p:cNvSpPr>
          <p:nvPr>
            <p:ph idx="1"/>
          </p:nvPr>
        </p:nvSpPr>
        <p:spPr>
          <a:xfrm>
            <a:off x="827088" y="1844675"/>
            <a:ext cx="7772400" cy="4114800"/>
          </a:xfrm>
        </p:spPr>
        <p:txBody>
          <a:bodyPr/>
          <a:lstStyle/>
          <a:p>
            <a:r>
              <a:rPr lang="es-ES" altLang="es-ES" sz="2400" smtClean="0"/>
              <a:t>Técnicas de propósito general</a:t>
            </a:r>
          </a:p>
          <a:p>
            <a:pPr lvl="1"/>
            <a:r>
              <a:rPr lang="es-ES" altLang="es-ES" sz="2000" smtClean="0"/>
              <a:t>Transformada de Fourier (DFT)</a:t>
            </a:r>
          </a:p>
          <a:p>
            <a:pPr lvl="1"/>
            <a:r>
              <a:rPr lang="es-ES" altLang="es-ES" sz="2000" smtClean="0"/>
              <a:t>Transformada coseno (DCT)</a:t>
            </a:r>
          </a:p>
          <a:p>
            <a:pPr lvl="1"/>
            <a:r>
              <a:rPr lang="es-ES" altLang="es-ES" sz="2000" smtClean="0"/>
              <a:t>Wavelets</a:t>
            </a:r>
          </a:p>
          <a:p>
            <a:r>
              <a:rPr lang="es-ES" altLang="es-ES" sz="2400" smtClean="0"/>
              <a:t>Técnicas 1D</a:t>
            </a:r>
          </a:p>
          <a:p>
            <a:pPr lvl="1"/>
            <a:r>
              <a:rPr lang="es-ES" altLang="es-ES" sz="2000" smtClean="0"/>
              <a:t>Coefs. predicción lineal (LPC) </a:t>
            </a:r>
          </a:p>
          <a:p>
            <a:pPr lvl="1"/>
            <a:r>
              <a:rPr lang="es-ES" altLang="es-ES" sz="2000" smtClean="0"/>
              <a:t>Coefs. Cepstrum (procesamiento de voz)</a:t>
            </a:r>
          </a:p>
          <a:p>
            <a:r>
              <a:rPr lang="es-ES" altLang="es-ES" sz="2400" smtClean="0"/>
              <a:t>Técnicas 2D</a:t>
            </a:r>
          </a:p>
          <a:p>
            <a:pPr lvl="1"/>
            <a:r>
              <a:rPr lang="es-ES" altLang="es-ES" sz="2000" smtClean="0"/>
              <a:t>Edge 		(Sobel Prewitt, Canny)</a:t>
            </a:r>
          </a:p>
          <a:p>
            <a:pPr lvl="1"/>
            <a:r>
              <a:rPr lang="es-ES" altLang="es-ES" sz="2000" smtClean="0"/>
              <a:t>Corners 		(Harris)</a:t>
            </a:r>
          </a:p>
          <a:p>
            <a:pPr lvl="1"/>
            <a:r>
              <a:rPr lang="es-ES" altLang="es-ES" sz="2000" smtClean="0"/>
              <a:t>Blob		(LoG, DoG, DoH)</a:t>
            </a:r>
          </a:p>
          <a:p>
            <a:pPr lvl="1"/>
            <a:r>
              <a:rPr lang="es-ES" altLang="es-ES" sz="2000" smtClean="0"/>
              <a:t>Descriptivos 	(SIFT, SURF, HOG, etc.)</a:t>
            </a:r>
          </a:p>
          <a:p>
            <a:pPr lvl="1"/>
            <a:endParaRPr lang="es-ES" altLang="es-ES" sz="2000" smtClean="0"/>
          </a:p>
          <a:p>
            <a:endParaRPr lang="es-ES" altLang="es-ES" sz="2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0"/>
          <p:cNvPicPr>
            <a:picLocks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27538" y="1989138"/>
            <a:ext cx="4398962" cy="4419600"/>
          </a:xfrm>
          <a:noFill/>
        </p:spPr>
      </p:pic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s-ES" smtClean="0"/>
              <a:t>La Transformada de Fourier</a:t>
            </a:r>
          </a:p>
        </p:txBody>
      </p:sp>
      <p:sp>
        <p:nvSpPr>
          <p:cNvPr id="12292" name="Rectangle 7"/>
          <p:cNvSpPr>
            <a:spLocks noChangeArrowheads="1"/>
          </p:cNvSpPr>
          <p:nvPr/>
        </p:nvSpPr>
        <p:spPr bwMode="auto">
          <a:xfrm>
            <a:off x="30163" y="2632075"/>
            <a:ext cx="5113337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s-ES" sz="2400" i="0">
                <a:latin typeface="Tahoma" panose="020B0604030504040204" pitchFamily="34" charset="0"/>
              </a:rPr>
              <a:t>DFT: cualquier señal continua puede ser representada como una suma ponderada de sinusoides</a:t>
            </a:r>
          </a:p>
          <a:p>
            <a:pPr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lang="en-US" altLang="es-ES" sz="2400" i="0"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s-ES" sz="2400" i="0">
                <a:latin typeface="Tahoma" panose="020B0604030504040204" pitchFamily="34" charset="0"/>
              </a:rPr>
              <a:t>Los coefs. de ponderación de cada sinusoide (a[i]) es la transformada </a:t>
            </a:r>
          </a:p>
          <a:p>
            <a:pPr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lang="en-US" altLang="es-ES" sz="2400" i="0">
              <a:latin typeface="Tahoma" panose="020B0604030504040204" pitchFamily="34" charset="0"/>
            </a:endParaRPr>
          </a:p>
        </p:txBody>
      </p:sp>
      <p:cxnSp>
        <p:nvCxnSpPr>
          <p:cNvPr id="12293" name="Conector recto 3"/>
          <p:cNvCxnSpPr>
            <a:cxnSpLocks noChangeShapeType="1"/>
          </p:cNvCxnSpPr>
          <p:nvPr/>
        </p:nvCxnSpPr>
        <p:spPr bwMode="auto">
          <a:xfrm>
            <a:off x="5292725" y="4149725"/>
            <a:ext cx="3165475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294" name="Cerrar llave 5"/>
          <p:cNvSpPr>
            <a:spLocks/>
          </p:cNvSpPr>
          <p:nvPr/>
        </p:nvSpPr>
        <p:spPr bwMode="auto">
          <a:xfrm>
            <a:off x="7885113" y="1989138"/>
            <a:ext cx="215900" cy="2016125"/>
          </a:xfrm>
          <a:prstGeom prst="rightBrace">
            <a:avLst>
              <a:gd name="adj1" fmla="val 8344"/>
              <a:gd name="adj2" fmla="val 50000"/>
            </a:avLst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12295" name="CuadroTexto 7"/>
          <p:cNvSpPr txBox="1">
            <a:spLocks noChangeArrowheads="1"/>
          </p:cNvSpPr>
          <p:nvPr/>
        </p:nvSpPr>
        <p:spPr bwMode="auto">
          <a:xfrm>
            <a:off x="8220075" y="2673350"/>
            <a:ext cx="457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" altLang="es-ES" sz="3600" i="0">
                <a:sym typeface="Symbol" panose="05050102010706020507" pitchFamily="18" charset="2"/>
              </a:rPr>
              <a:t></a:t>
            </a:r>
            <a:endParaRPr lang="es-ES" altLang="es-ES" sz="3600" i="0"/>
          </a:p>
        </p:txBody>
      </p:sp>
      <p:sp>
        <p:nvSpPr>
          <p:cNvPr id="12296" name="Flecha abajo 8"/>
          <p:cNvSpPr>
            <a:spLocks noChangeArrowheads="1"/>
          </p:cNvSpPr>
          <p:nvPr/>
        </p:nvSpPr>
        <p:spPr bwMode="auto">
          <a:xfrm>
            <a:off x="8294688" y="3435350"/>
            <a:ext cx="382587" cy="952500"/>
          </a:xfrm>
          <a:prstGeom prst="downArrow">
            <a:avLst>
              <a:gd name="adj1" fmla="val 50000"/>
              <a:gd name="adj2" fmla="val 50150"/>
            </a:avLst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12297" name="CuadroTexto 9"/>
          <p:cNvSpPr txBox="1">
            <a:spLocks noChangeArrowheads="1"/>
          </p:cNvSpPr>
          <p:nvPr/>
        </p:nvSpPr>
        <p:spPr bwMode="auto">
          <a:xfrm>
            <a:off x="5008563" y="1949450"/>
            <a:ext cx="73025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" altLang="es-ES" sz="1800" i="0"/>
              <a:t>a[1] *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s-ES" altLang="es-ES" sz="1800" i="0"/>
              <a:t>a[2] *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s-ES" altLang="es-ES" sz="1800" i="0"/>
              <a:t>a[3] *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1800" i="0"/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s-ES" altLang="es-ES" sz="1800" i="0"/>
              <a:t>a[4] *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18" descr="dft8_1dim_disc"/>
          <p:cNvSpPr>
            <a:spLocks noChangeArrowheads="1"/>
          </p:cNvSpPr>
          <p:nvPr/>
        </p:nvSpPr>
        <p:spPr bwMode="auto">
          <a:xfrm>
            <a:off x="6781800" y="2743200"/>
            <a:ext cx="2057400" cy="4114800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s-ES" altLang="es-ES" sz="1800">
              <a:solidFill>
                <a:srgbClr val="000000"/>
              </a:solidFill>
            </a:endParaRPr>
          </a:p>
        </p:txBody>
      </p:sp>
      <p:sp>
        <p:nvSpPr>
          <p:cNvPr id="14339" name="Rectangle 119" descr="dft8_1dre_disc"/>
          <p:cNvSpPr>
            <a:spLocks noChangeArrowheads="1"/>
          </p:cNvSpPr>
          <p:nvPr/>
        </p:nvSpPr>
        <p:spPr bwMode="auto">
          <a:xfrm>
            <a:off x="5029200" y="2927350"/>
            <a:ext cx="2057400" cy="3930650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s-ES" altLang="es-ES" sz="1800">
              <a:solidFill>
                <a:srgbClr val="000000"/>
              </a:solidFill>
            </a:endParaRPr>
          </a:p>
        </p:txBody>
      </p:sp>
      <p:sp>
        <p:nvSpPr>
          <p:cNvPr id="14340" name="Rectangle 5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s-ES" sz="4400" b="1" i="1" smtClean="0">
                <a:solidFill>
                  <a:srgbClr val="063D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1-D</a:t>
            </a:r>
            <a:r>
              <a:rPr lang="en-US" altLang="es-ES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s-ES" sz="4400" b="1" i="1" smtClean="0">
                <a:solidFill>
                  <a:srgbClr val="063D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DFT</a:t>
            </a:r>
          </a:p>
        </p:txBody>
      </p:sp>
      <p:sp>
        <p:nvSpPr>
          <p:cNvPr id="14341" name="Text Box 52"/>
          <p:cNvSpPr txBox="1">
            <a:spLocks noChangeArrowheads="1"/>
          </p:cNvSpPr>
          <p:nvPr/>
        </p:nvSpPr>
        <p:spPr bwMode="auto">
          <a:xfrm>
            <a:off x="228600" y="2209800"/>
            <a:ext cx="21494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ES" sz="1800">
                <a:solidFill>
                  <a:srgbClr val="0070C0"/>
                </a:solidFill>
              </a:rPr>
              <a:t>Forward transform</a:t>
            </a:r>
          </a:p>
        </p:txBody>
      </p:sp>
      <p:sp>
        <p:nvSpPr>
          <p:cNvPr id="14342" name="Text Box 53"/>
          <p:cNvSpPr txBox="1">
            <a:spLocks noChangeArrowheads="1"/>
          </p:cNvSpPr>
          <p:nvPr/>
        </p:nvSpPr>
        <p:spPr bwMode="auto">
          <a:xfrm>
            <a:off x="228600" y="3443288"/>
            <a:ext cx="2133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ES" sz="1800">
                <a:solidFill>
                  <a:srgbClr val="0070C0"/>
                </a:solidFill>
              </a:rPr>
              <a:t>Inverse transform</a:t>
            </a:r>
          </a:p>
        </p:txBody>
      </p:sp>
      <p:pic>
        <p:nvPicPr>
          <p:cNvPr id="14343" name="Picture 55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38" y="3886200"/>
            <a:ext cx="3606800" cy="73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4" name="Picture 56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038" y="2590800"/>
            <a:ext cx="3632200" cy="73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45" name="Text Box 107"/>
          <p:cNvSpPr txBox="1">
            <a:spLocks noChangeArrowheads="1"/>
          </p:cNvSpPr>
          <p:nvPr/>
        </p:nvSpPr>
        <p:spPr bwMode="auto">
          <a:xfrm>
            <a:off x="228600" y="4953000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ES" sz="1800">
                <a:solidFill>
                  <a:srgbClr val="0070C0"/>
                </a:solidFill>
              </a:rPr>
              <a:t>1D basis</a:t>
            </a:r>
          </a:p>
        </p:txBody>
      </p:sp>
      <p:sp>
        <p:nvSpPr>
          <p:cNvPr id="14346" name="Text Box 110"/>
          <p:cNvSpPr txBox="1">
            <a:spLocks noChangeArrowheads="1"/>
          </p:cNvSpPr>
          <p:nvPr/>
        </p:nvSpPr>
        <p:spPr bwMode="auto">
          <a:xfrm>
            <a:off x="6705600" y="6324600"/>
            <a:ext cx="457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ES" sz="1800">
                <a:solidFill>
                  <a:srgbClr val="000000"/>
                </a:solidFill>
              </a:rPr>
              <a:t>n</a:t>
            </a:r>
          </a:p>
        </p:txBody>
      </p:sp>
      <p:sp>
        <p:nvSpPr>
          <p:cNvPr id="14347" name="Text Box 111"/>
          <p:cNvSpPr txBox="1">
            <a:spLocks noChangeArrowheads="1"/>
          </p:cNvSpPr>
          <p:nvPr/>
        </p:nvSpPr>
        <p:spPr bwMode="auto">
          <a:xfrm>
            <a:off x="4724400" y="3124200"/>
            <a:ext cx="609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ES" sz="1600">
                <a:solidFill>
                  <a:srgbClr val="000000"/>
                </a:solidFill>
              </a:rPr>
              <a:t>u=0</a:t>
            </a:r>
          </a:p>
        </p:txBody>
      </p:sp>
      <p:sp>
        <p:nvSpPr>
          <p:cNvPr id="14348" name="Text Box 112"/>
          <p:cNvSpPr txBox="1">
            <a:spLocks noChangeArrowheads="1"/>
          </p:cNvSpPr>
          <p:nvPr/>
        </p:nvSpPr>
        <p:spPr bwMode="auto">
          <a:xfrm>
            <a:off x="4648200" y="5867400"/>
            <a:ext cx="609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ES" sz="1600">
                <a:solidFill>
                  <a:srgbClr val="000000"/>
                </a:solidFill>
              </a:rPr>
              <a:t>u=7</a:t>
            </a:r>
          </a:p>
        </p:txBody>
      </p:sp>
      <p:pic>
        <p:nvPicPr>
          <p:cNvPr id="14349" name="Picture 113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038" y="5486400"/>
            <a:ext cx="3865562" cy="74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50" name="Text Box 120"/>
          <p:cNvSpPr txBox="1">
            <a:spLocks noChangeArrowheads="1"/>
          </p:cNvSpPr>
          <p:nvPr/>
        </p:nvSpPr>
        <p:spPr bwMode="auto">
          <a:xfrm>
            <a:off x="5334000" y="2590800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ES" sz="1800">
                <a:solidFill>
                  <a:srgbClr val="3333CC"/>
                </a:solidFill>
              </a:rPr>
              <a:t>real(A)</a:t>
            </a:r>
          </a:p>
        </p:txBody>
      </p:sp>
      <p:sp>
        <p:nvSpPr>
          <p:cNvPr id="14351" name="Text Box 121"/>
          <p:cNvSpPr txBox="1">
            <a:spLocks noChangeArrowheads="1"/>
          </p:cNvSpPr>
          <p:nvPr/>
        </p:nvSpPr>
        <p:spPr bwMode="auto">
          <a:xfrm>
            <a:off x="7239000" y="2590800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ES" sz="1800">
                <a:solidFill>
                  <a:srgbClr val="FF0000"/>
                </a:solidFill>
              </a:rPr>
              <a:t>imag(A)</a:t>
            </a:r>
          </a:p>
        </p:txBody>
      </p:sp>
      <p:pic>
        <p:nvPicPr>
          <p:cNvPr id="14352" name="Picture 122" descr="txp_fi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19200"/>
            <a:ext cx="4111625" cy="86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53" name="Text Box 124"/>
          <p:cNvSpPr txBox="1">
            <a:spLocks noChangeArrowheads="1"/>
          </p:cNvSpPr>
          <p:nvPr/>
        </p:nvSpPr>
        <p:spPr bwMode="auto">
          <a:xfrm>
            <a:off x="8458200" y="6324600"/>
            <a:ext cx="457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ES" sz="1800">
                <a:solidFill>
                  <a:srgbClr val="000000"/>
                </a:solidFill>
              </a:rPr>
              <a:t>n</a:t>
            </a:r>
          </a:p>
        </p:txBody>
      </p:sp>
      <p:sp>
        <p:nvSpPr>
          <p:cNvPr id="14354" name="CuadroTexto 1"/>
          <p:cNvSpPr txBox="1">
            <a:spLocks noChangeArrowheads="1"/>
          </p:cNvSpPr>
          <p:nvPr/>
        </p:nvSpPr>
        <p:spPr bwMode="auto">
          <a:xfrm>
            <a:off x="5489575" y="1238250"/>
            <a:ext cx="2379663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ES" sz="1800">
                <a:solidFill>
                  <a:srgbClr val="000000"/>
                </a:solidFill>
              </a:rPr>
              <a:t>n=0..N-1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ES" sz="1800">
                <a:solidFill>
                  <a:srgbClr val="000000"/>
                </a:solidFill>
              </a:rPr>
              <a:t>u=0..N-1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ES" sz="1800">
                <a:solidFill>
                  <a:srgbClr val="000000"/>
                </a:solidFill>
              </a:rPr>
              <a:t>N = numero de datos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ángulo 3"/>
          <p:cNvSpPr>
            <a:spLocks noChangeArrowheads="1"/>
          </p:cNvSpPr>
          <p:nvPr/>
        </p:nvSpPr>
        <p:spPr bwMode="auto">
          <a:xfrm>
            <a:off x="1403350" y="549275"/>
            <a:ext cx="8064500" cy="618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N = 64;   </a:t>
            </a:r>
            <a:r>
              <a:rPr lang="pt-BR" altLang="es-ES" sz="1800" dirty="0">
                <a:solidFill>
                  <a:srgbClr val="228B22"/>
                </a:solidFill>
                <a:latin typeface="Consolas" panose="020B0609020204030204" pitchFamily="49" charset="0"/>
              </a:rPr>
              <a:t>% Numero de </a:t>
            </a:r>
            <a:r>
              <a:rPr lang="pt-BR" altLang="es-ES" sz="1800" dirty="0" err="1">
                <a:solidFill>
                  <a:srgbClr val="228B22"/>
                </a:solidFill>
                <a:latin typeface="Consolas" panose="020B0609020204030204" pitchFamily="49" charset="0"/>
              </a:rPr>
              <a:t>puntos</a:t>
            </a:r>
            <a:endParaRPr lang="pt-BR" altLang="es-ES" sz="1800" dirty="0">
              <a:solidFill>
                <a:srgbClr val="228B22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ES" sz="1800" dirty="0">
                <a:solidFill>
                  <a:srgbClr val="228B22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ES" sz="1800" dirty="0">
                <a:solidFill>
                  <a:srgbClr val="228B22"/>
                </a:solidFill>
                <a:latin typeface="Consolas" panose="020B0609020204030204" pitchFamily="49" charset="0"/>
              </a:rPr>
              <a:t>% Definimos la base a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E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s-ES" alt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 u=0:N-1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s-ES" altLang="es-E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s-ES" alt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 n=0:N-1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a(u+1,n+1)=</a:t>
            </a:r>
            <a:r>
              <a:rPr lang="es-ES" altLang="es-E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exp</a:t>
            </a:r>
            <a:r>
              <a:rPr lang="es-ES" alt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(-i*2*pi*u*n/N);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s-ES" altLang="es-E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endParaRPr lang="es-ES" altLang="es-ES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E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endParaRPr lang="es-ES" altLang="es-ES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E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s-ES" alt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 i=0:N-1,plot(real(a(i+1,:)));</a:t>
            </a:r>
            <a:r>
              <a:rPr lang="es-ES" altLang="es-E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pause;</a:t>
            </a:r>
            <a:r>
              <a:rPr lang="es-ES" altLang="es-E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endParaRPr lang="es-ES" altLang="es-ES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ES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x = </a:t>
            </a:r>
            <a:r>
              <a:rPr lang="es-ES" altLang="es-E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sinc</a:t>
            </a:r>
            <a:r>
              <a:rPr lang="es-ES" alt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altLang="es-E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linspace</a:t>
            </a:r>
            <a:r>
              <a:rPr lang="es-ES" alt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(-5,5,N));  </a:t>
            </a:r>
            <a:r>
              <a:rPr lang="es-ES" altLang="es-ES" sz="1800" dirty="0">
                <a:solidFill>
                  <a:srgbClr val="228B22"/>
                </a:solidFill>
                <a:latin typeface="Consolas" panose="020B0609020204030204" pitchFamily="49" charset="0"/>
              </a:rPr>
              <a:t>% Una señal cualquiera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E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plot</a:t>
            </a:r>
            <a:r>
              <a:rPr lang="es-ES" alt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(x)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ES" sz="1800" dirty="0">
                <a:solidFill>
                  <a:srgbClr val="228B22"/>
                </a:solidFill>
                <a:latin typeface="Consolas" panose="020B0609020204030204" pitchFamily="49" charset="0"/>
              </a:rPr>
              <a:t>% Calculamos los </a:t>
            </a:r>
            <a:r>
              <a:rPr lang="es-ES" altLang="es-ES" sz="1800" dirty="0" err="1">
                <a:solidFill>
                  <a:srgbClr val="228B22"/>
                </a:solidFill>
                <a:latin typeface="Consolas" panose="020B0609020204030204" pitchFamily="49" charset="0"/>
              </a:rPr>
              <a:t>coefs</a:t>
            </a:r>
            <a:r>
              <a:rPr lang="es-ES" altLang="es-ES" sz="1800" dirty="0">
                <a:solidFill>
                  <a:srgbClr val="228B22"/>
                </a:solidFill>
                <a:latin typeface="Consolas" panose="020B0609020204030204" pitchFamily="49" charset="0"/>
              </a:rPr>
              <a:t>. de la DFT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E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s-ES" alt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 u=0:N-1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  suma=0;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s-ES" altLang="es-E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s-ES" alt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 n=0:N-1,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suma=</a:t>
            </a:r>
            <a:r>
              <a:rPr lang="es-ES" altLang="es-E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suma+x</a:t>
            </a:r>
            <a:r>
              <a:rPr lang="es-ES" alt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(n+1)*a(u+1,n+1);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s-ES" altLang="es-E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endParaRPr lang="es-ES" altLang="es-ES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  X(u+1)=suma;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E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endParaRPr lang="es-ES" altLang="es-ES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s-ES" altLang="es-E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X;fft</a:t>
            </a:r>
            <a:r>
              <a:rPr lang="es-ES" alt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(x)]</a:t>
            </a:r>
          </a:p>
        </p:txBody>
      </p:sp>
      <p:cxnSp>
        <p:nvCxnSpPr>
          <p:cNvPr id="16387" name="Conector recto 5"/>
          <p:cNvCxnSpPr>
            <a:cxnSpLocks noChangeShapeType="1"/>
          </p:cNvCxnSpPr>
          <p:nvPr/>
        </p:nvCxnSpPr>
        <p:spPr bwMode="auto">
          <a:xfrm>
            <a:off x="1403350" y="3284538"/>
            <a:ext cx="6481763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388" name="Conector recto 6"/>
          <p:cNvCxnSpPr>
            <a:cxnSpLocks noChangeShapeType="1"/>
          </p:cNvCxnSpPr>
          <p:nvPr/>
        </p:nvCxnSpPr>
        <p:spPr bwMode="auto">
          <a:xfrm>
            <a:off x="1403350" y="4005263"/>
            <a:ext cx="6481763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ES" sz="4400" b="1" i="1" smtClean="0">
                <a:solidFill>
                  <a:srgbClr val="063D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2D DFT</a:t>
            </a:r>
          </a:p>
        </p:txBody>
      </p:sp>
      <p:sp>
        <p:nvSpPr>
          <p:cNvPr id="17411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ES" altLang="es-ES" smtClean="0"/>
              <a:t>Cualquier imagen puede ser descompuesta en una suma de sinusoidales 2D</a:t>
            </a:r>
          </a:p>
        </p:txBody>
      </p:sp>
      <p:pic>
        <p:nvPicPr>
          <p:cNvPr id="17412" name="Picture 10" descr="comp57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644775"/>
            <a:ext cx="2009775" cy="200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Picture 11" descr="comp0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0275" y="2644775"/>
            <a:ext cx="2009775" cy="200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4" name="Picture 12" descr="comp31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1238" y="2644775"/>
            <a:ext cx="2009775" cy="200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5" name="Picture 13" descr="mezcl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4863" y="4826000"/>
            <a:ext cx="2009775" cy="200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6" name="Text Box 14"/>
          <p:cNvSpPr txBox="1">
            <a:spLocks noChangeArrowheads="1"/>
          </p:cNvSpPr>
          <p:nvPr/>
        </p:nvSpPr>
        <p:spPr bwMode="auto">
          <a:xfrm>
            <a:off x="2987675" y="3321050"/>
            <a:ext cx="444500" cy="6413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s-ES_tradnl" altLang="es-ES" sz="3600"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17417" name="Text Box 15"/>
          <p:cNvSpPr txBox="1">
            <a:spLocks noChangeArrowheads="1"/>
          </p:cNvSpPr>
          <p:nvPr/>
        </p:nvSpPr>
        <p:spPr bwMode="auto">
          <a:xfrm>
            <a:off x="5567363" y="3321050"/>
            <a:ext cx="444500" cy="6413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s-ES_tradnl" altLang="es-ES" sz="3600"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17418" name="Text Box 16"/>
          <p:cNvSpPr txBox="1">
            <a:spLocks noChangeArrowheads="1"/>
          </p:cNvSpPr>
          <p:nvPr/>
        </p:nvSpPr>
        <p:spPr bwMode="auto">
          <a:xfrm>
            <a:off x="2911475" y="5502275"/>
            <a:ext cx="444500" cy="6413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s-ES_tradnl" altLang="es-ES" sz="3600">
                <a:latin typeface="Arial" panose="020B0604020202020204" pitchFamily="34" charset="0"/>
              </a:rPr>
              <a:t>=</a:t>
            </a:r>
          </a:p>
        </p:txBody>
      </p:sp>
      <p:sp>
        <p:nvSpPr>
          <p:cNvPr id="17419" name="Rectangle 17"/>
          <p:cNvSpPr>
            <a:spLocks noChangeArrowheads="1"/>
          </p:cNvSpPr>
          <p:nvPr/>
        </p:nvSpPr>
        <p:spPr bwMode="auto">
          <a:xfrm>
            <a:off x="5454650" y="5653088"/>
            <a:ext cx="2516188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s-ES_tradnl" altLang="es-ES" sz="2200">
                <a:latin typeface="Arial" panose="020B0604020202020204" pitchFamily="34" charset="0"/>
              </a:rPr>
              <a:t>Imagen resultante</a:t>
            </a:r>
            <a:endParaRPr lang="es-ES_tradnl" altLang="es-ES" sz="2200" b="1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s-ES" sz="4400" b="1" i="1" smtClean="0">
                <a:solidFill>
                  <a:srgbClr val="063D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de Fourier 2-D</a:t>
            </a:r>
          </a:p>
        </p:txBody>
      </p:sp>
      <p:pic>
        <p:nvPicPr>
          <p:cNvPr id="18435" name="Picture 32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604963"/>
            <a:ext cx="1587500" cy="29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436" name="Rectangle 36"/>
          <p:cNvSpPr>
            <a:spLocks noChangeArrowheads="1"/>
          </p:cNvSpPr>
          <p:nvPr/>
        </p:nvSpPr>
        <p:spPr bwMode="auto">
          <a:xfrm>
            <a:off x="5257800" y="1604963"/>
            <a:ext cx="6762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ES" sz="1800">
                <a:solidFill>
                  <a:srgbClr val="333399"/>
                </a:solidFill>
              </a:rPr>
              <a:t>imag</a:t>
            </a:r>
            <a:endParaRPr lang="en-US" altLang="es-ES" sz="2400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7" name="Rectangle 40"/>
          <p:cNvSpPr>
            <a:spLocks noChangeArrowheads="1"/>
          </p:cNvSpPr>
          <p:nvPr/>
        </p:nvSpPr>
        <p:spPr bwMode="auto">
          <a:xfrm>
            <a:off x="381000" y="2366963"/>
            <a:ext cx="4038600" cy="3652837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s-ES" altLang="es-ES" sz="1800">
              <a:solidFill>
                <a:srgbClr val="000000"/>
              </a:solidFill>
            </a:endParaRPr>
          </a:p>
        </p:txBody>
      </p:sp>
      <p:sp>
        <p:nvSpPr>
          <p:cNvPr id="18438" name="Rectangle 41"/>
          <p:cNvSpPr>
            <a:spLocks noChangeArrowheads="1"/>
          </p:cNvSpPr>
          <p:nvPr/>
        </p:nvSpPr>
        <p:spPr bwMode="auto">
          <a:xfrm>
            <a:off x="4495800" y="2366963"/>
            <a:ext cx="4038600" cy="3652837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s-ES" altLang="es-ES" sz="1800">
              <a:solidFill>
                <a:srgbClr val="000000"/>
              </a:solidFill>
            </a:endParaRPr>
          </a:p>
        </p:txBody>
      </p:sp>
      <p:pic>
        <p:nvPicPr>
          <p:cNvPr id="18439" name="Picture 42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604963"/>
            <a:ext cx="1587500" cy="29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440" name="Rectangle 43"/>
          <p:cNvSpPr>
            <a:spLocks noChangeArrowheads="1"/>
          </p:cNvSpPr>
          <p:nvPr/>
        </p:nvSpPr>
        <p:spPr bwMode="auto">
          <a:xfrm>
            <a:off x="1143000" y="1604963"/>
            <a:ext cx="5603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ES" sz="1800">
                <a:solidFill>
                  <a:srgbClr val="333399"/>
                </a:solidFill>
              </a:rPr>
              <a:t>real</a:t>
            </a:r>
            <a:endParaRPr lang="en-US" altLang="es-ES" sz="2400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41" name="Rectangle 46"/>
          <p:cNvSpPr>
            <a:spLocks noChangeArrowheads="1"/>
          </p:cNvSpPr>
          <p:nvPr/>
        </p:nvSpPr>
        <p:spPr bwMode="auto">
          <a:xfrm>
            <a:off x="0" y="5791200"/>
            <a:ext cx="16637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ES" sz="1800">
                <a:solidFill>
                  <a:srgbClr val="333399"/>
                </a:solidFill>
              </a:rPr>
              <a:t>real(             )</a:t>
            </a:r>
            <a:endParaRPr lang="en-US" altLang="es-ES" sz="2400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42" name="Rectangle 48"/>
          <p:cNvSpPr>
            <a:spLocks noChangeArrowheads="1"/>
          </p:cNvSpPr>
          <p:nvPr/>
        </p:nvSpPr>
        <p:spPr bwMode="auto">
          <a:xfrm>
            <a:off x="4267200" y="5791200"/>
            <a:ext cx="17795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ES" sz="1800">
                <a:solidFill>
                  <a:srgbClr val="333399"/>
                </a:solidFill>
              </a:rPr>
              <a:t>imag(             )</a:t>
            </a:r>
            <a:endParaRPr lang="en-US" altLang="es-ES" sz="2400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43" name="Line 49"/>
          <p:cNvSpPr>
            <a:spLocks noChangeShapeType="1"/>
          </p:cNvSpPr>
          <p:nvPr/>
        </p:nvSpPr>
        <p:spPr bwMode="auto">
          <a:xfrm flipV="1">
            <a:off x="609600" y="5638800"/>
            <a:ext cx="0" cy="2286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8444" name="Line 50"/>
          <p:cNvSpPr>
            <a:spLocks noChangeShapeType="1"/>
          </p:cNvSpPr>
          <p:nvPr/>
        </p:nvSpPr>
        <p:spPr bwMode="auto">
          <a:xfrm flipV="1">
            <a:off x="4724400" y="5638800"/>
            <a:ext cx="0" cy="2286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pic>
        <p:nvPicPr>
          <p:cNvPr id="18445" name="Picture 51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1250" y="5784850"/>
            <a:ext cx="952500" cy="29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46" name="Picture 52" descr="txp_fi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50" y="5784850"/>
            <a:ext cx="952500" cy="29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84150" y="200025"/>
            <a:ext cx="8785225" cy="703263"/>
          </a:xfrm>
        </p:spPr>
        <p:txBody>
          <a:bodyPr/>
          <a:lstStyle/>
          <a:p>
            <a:pPr eaLnBrk="1" hangingPunct="1"/>
            <a:r>
              <a:rPr lang="es-ES_tradnl" altLang="es-ES" sz="4400" b="1" i="1" smtClean="0">
                <a:solidFill>
                  <a:srgbClr val="063D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 dominio frecuencial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12750" y="979488"/>
            <a:ext cx="8767763" cy="2809875"/>
          </a:xfrm>
        </p:spPr>
        <p:txBody>
          <a:bodyPr/>
          <a:lstStyle/>
          <a:p>
            <a:pPr eaLnBrk="1" hangingPunct="1"/>
            <a:r>
              <a:rPr lang="es-ES_tradnl" altLang="es-ES" sz="2000" smtClean="0">
                <a:latin typeface="Arial" panose="020B0604020202020204" pitchFamily="34" charset="0"/>
              </a:rPr>
              <a:t>Cada píxel indica la </a:t>
            </a:r>
            <a:r>
              <a:rPr lang="es-ES_tradnl" altLang="es-ES" sz="2000" b="1" smtClean="0">
                <a:latin typeface="Arial" panose="020B0604020202020204" pitchFamily="34" charset="0"/>
              </a:rPr>
              <a:t>magnitud</a:t>
            </a:r>
            <a:r>
              <a:rPr lang="es-ES_tradnl" altLang="es-ES" sz="2000" smtClean="0">
                <a:latin typeface="Arial" panose="020B0604020202020204" pitchFamily="34" charset="0"/>
              </a:rPr>
              <a:t> y la </a:t>
            </a:r>
            <a:r>
              <a:rPr lang="es-ES_tradnl" altLang="es-ES" sz="2000" b="1" smtClean="0">
                <a:latin typeface="Arial" panose="020B0604020202020204" pitchFamily="34" charset="0"/>
              </a:rPr>
              <a:t>fase</a:t>
            </a:r>
            <a:r>
              <a:rPr lang="es-ES_tradnl" altLang="es-ES" sz="2000" smtClean="0">
                <a:latin typeface="Arial" panose="020B0604020202020204" pitchFamily="34" charset="0"/>
              </a:rPr>
              <a:t> del componente frecuencial correspondiente.</a:t>
            </a:r>
          </a:p>
          <a:p>
            <a:pPr lvl="1" eaLnBrk="1" hangingPunct="1"/>
            <a:r>
              <a:rPr lang="es-ES_tradnl" altLang="es-ES" sz="2000" b="1" smtClean="0">
                <a:latin typeface="Arial" panose="020B0604020202020204" pitchFamily="34" charset="0"/>
              </a:rPr>
              <a:t>Magnitud</a:t>
            </a:r>
            <a:r>
              <a:rPr lang="es-ES_tradnl" altLang="es-ES" sz="2000" smtClean="0">
                <a:latin typeface="Arial" panose="020B0604020202020204" pitchFamily="34" charset="0"/>
              </a:rPr>
              <a:t>: amplitud de la sinusoide</a:t>
            </a:r>
          </a:p>
          <a:p>
            <a:pPr lvl="1" eaLnBrk="1" hangingPunct="1"/>
            <a:r>
              <a:rPr lang="es-ES_tradnl" altLang="es-ES" sz="2000" b="1" smtClean="0">
                <a:latin typeface="Arial" panose="020B0604020202020204" pitchFamily="34" charset="0"/>
              </a:rPr>
              <a:t>Fase</a:t>
            </a:r>
            <a:r>
              <a:rPr lang="es-ES_tradnl" altLang="es-ES" sz="2000" smtClean="0">
                <a:latin typeface="Arial" panose="020B0604020202020204" pitchFamily="34" charset="0"/>
              </a:rPr>
              <a:t>: ángulo de la sinusoide</a:t>
            </a:r>
          </a:p>
          <a:p>
            <a:pPr eaLnBrk="1" hangingPunct="1"/>
            <a:r>
              <a:rPr lang="es-ES_tradnl" altLang="es-ES" sz="2000" smtClean="0">
                <a:latin typeface="Arial" panose="020B0604020202020204" pitchFamily="34" charset="0"/>
              </a:rPr>
              <a:t>Cada píxel (x, y) en el dominio de Fourier se representa como un </a:t>
            </a:r>
            <a:r>
              <a:rPr lang="es-ES_tradnl" altLang="es-ES" sz="2000" b="1" smtClean="0">
                <a:latin typeface="Arial" panose="020B0604020202020204" pitchFamily="34" charset="0"/>
                <a:sym typeface="Wingdings" panose="05000000000000000000" pitchFamily="2" charset="2"/>
              </a:rPr>
              <a:t>número complejo</a:t>
            </a:r>
          </a:p>
          <a:p>
            <a:pPr eaLnBrk="1" hangingPunct="1"/>
            <a:r>
              <a:rPr lang="es-ES_tradnl" altLang="es-ES" sz="2000" smtClean="0">
                <a:latin typeface="Arial" panose="020B0604020202020204" pitchFamily="34" charset="0"/>
                <a:sym typeface="Wingdings" panose="05000000000000000000" pitchFamily="2" charset="2"/>
              </a:rPr>
              <a:t>Por ejemplo, el pixel (0,5) corresponde a un patrón de franjas verticales</a:t>
            </a:r>
          </a:p>
        </p:txBody>
      </p:sp>
      <p:sp>
        <p:nvSpPr>
          <p:cNvPr id="20484" name="Line 4"/>
          <p:cNvSpPr>
            <a:spLocks noChangeShapeType="1"/>
          </p:cNvSpPr>
          <p:nvPr/>
        </p:nvSpPr>
        <p:spPr bwMode="auto">
          <a:xfrm>
            <a:off x="244475" y="5546725"/>
            <a:ext cx="32131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20485" name="Line 5"/>
          <p:cNvSpPr>
            <a:spLocks noChangeShapeType="1"/>
          </p:cNvSpPr>
          <p:nvPr/>
        </p:nvSpPr>
        <p:spPr bwMode="auto">
          <a:xfrm flipV="1">
            <a:off x="1695450" y="4095750"/>
            <a:ext cx="0" cy="2717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20486" name="Rectangle 6"/>
          <p:cNvSpPr>
            <a:spLocks noChangeArrowheads="1"/>
          </p:cNvSpPr>
          <p:nvPr/>
        </p:nvSpPr>
        <p:spPr bwMode="auto">
          <a:xfrm>
            <a:off x="34925" y="3648075"/>
            <a:ext cx="36845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s-ES_tradnl" altLang="es-ES" sz="2400">
                <a:latin typeface="Arial" panose="020B0604020202020204" pitchFamily="34" charset="0"/>
              </a:rPr>
              <a:t>Valor del píxel F(0, 5)</a:t>
            </a:r>
          </a:p>
        </p:txBody>
      </p:sp>
      <p:sp>
        <p:nvSpPr>
          <p:cNvPr id="20487" name="Rectangle 7"/>
          <p:cNvSpPr>
            <a:spLocks noChangeArrowheads="1"/>
          </p:cNvSpPr>
          <p:nvPr/>
        </p:nvSpPr>
        <p:spPr bwMode="auto">
          <a:xfrm>
            <a:off x="3170238" y="559911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_tradnl" altLang="es-ES" sz="2400" b="1">
                <a:latin typeface="Arial" panose="020B0604020202020204" pitchFamily="34" charset="0"/>
              </a:rPr>
              <a:t>R </a:t>
            </a:r>
          </a:p>
        </p:txBody>
      </p:sp>
      <p:sp>
        <p:nvSpPr>
          <p:cNvPr id="20488" name="Rectangle 8"/>
          <p:cNvSpPr>
            <a:spLocks noChangeArrowheads="1"/>
          </p:cNvSpPr>
          <p:nvPr/>
        </p:nvSpPr>
        <p:spPr bwMode="auto">
          <a:xfrm>
            <a:off x="739775" y="4116388"/>
            <a:ext cx="94773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s-ES_tradnl" altLang="es-ES" sz="2400" b="1">
                <a:latin typeface="Arial" panose="020B0604020202020204" pitchFamily="34" charset="0"/>
              </a:rPr>
              <a:t>i </a:t>
            </a:r>
            <a:br>
              <a:rPr lang="es-ES_tradnl" altLang="es-ES" sz="2400" b="1">
                <a:latin typeface="Arial" panose="020B0604020202020204" pitchFamily="34" charset="0"/>
              </a:rPr>
            </a:br>
            <a:r>
              <a:rPr lang="es-ES_tradnl" altLang="es-ES" sz="2400">
                <a:latin typeface="Arial" panose="020B0604020202020204" pitchFamily="34" charset="0"/>
              </a:rPr>
              <a:t>=   -1</a:t>
            </a:r>
          </a:p>
        </p:txBody>
      </p:sp>
      <p:pic>
        <p:nvPicPr>
          <p:cNvPr id="20489" name="Picture 9" descr="comp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7325" y="4375150"/>
            <a:ext cx="2813050" cy="224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90" name="Rectangle 10"/>
          <p:cNvSpPr>
            <a:spLocks noChangeArrowheads="1"/>
          </p:cNvSpPr>
          <p:nvPr/>
        </p:nvSpPr>
        <p:spPr bwMode="auto">
          <a:xfrm>
            <a:off x="3930650" y="3541713"/>
            <a:ext cx="2946400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s-ES_tradnl" altLang="es-ES" sz="2400">
                <a:latin typeface="Arial" panose="020B0604020202020204" pitchFamily="34" charset="0"/>
              </a:rPr>
              <a:t>Componente asociada a F(x, y) </a:t>
            </a:r>
          </a:p>
        </p:txBody>
      </p:sp>
      <p:sp>
        <p:nvSpPr>
          <p:cNvPr id="20491" name="Line 11"/>
          <p:cNvSpPr>
            <a:spLocks noChangeShapeType="1"/>
          </p:cNvSpPr>
          <p:nvPr/>
        </p:nvSpPr>
        <p:spPr bwMode="auto">
          <a:xfrm flipV="1">
            <a:off x="1682750" y="4737100"/>
            <a:ext cx="1397000" cy="809625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20492" name="Rectangle 12"/>
          <p:cNvSpPr>
            <a:spLocks noChangeArrowheads="1"/>
          </p:cNvSpPr>
          <p:nvPr/>
        </p:nvSpPr>
        <p:spPr bwMode="auto">
          <a:xfrm>
            <a:off x="2870200" y="4337050"/>
            <a:ext cx="7413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_tradnl" altLang="es-ES" sz="2000">
                <a:latin typeface="Arial" panose="020B0604020202020204" pitchFamily="34" charset="0"/>
              </a:rPr>
              <a:t>3+2·i</a:t>
            </a:r>
          </a:p>
        </p:txBody>
      </p:sp>
      <p:sp>
        <p:nvSpPr>
          <p:cNvPr id="20493" name="AutoShape 13"/>
          <p:cNvSpPr>
            <a:spLocks/>
          </p:cNvSpPr>
          <p:nvPr/>
        </p:nvSpPr>
        <p:spPr bwMode="auto">
          <a:xfrm rot="3584038">
            <a:off x="2217737" y="4244976"/>
            <a:ext cx="201613" cy="1414462"/>
          </a:xfrm>
          <a:prstGeom prst="leftBrace">
            <a:avLst>
              <a:gd name="adj1" fmla="val 6207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s-ES" altLang="es-ES" sz="2400">
              <a:latin typeface="Arial" panose="020B0604020202020204" pitchFamily="34" charset="0"/>
            </a:endParaRPr>
          </a:p>
        </p:txBody>
      </p:sp>
      <p:sp>
        <p:nvSpPr>
          <p:cNvPr id="20494" name="Rectangle 14"/>
          <p:cNvSpPr>
            <a:spLocks noChangeArrowheads="1"/>
          </p:cNvSpPr>
          <p:nvPr/>
        </p:nvSpPr>
        <p:spPr bwMode="auto">
          <a:xfrm rot="-1722758">
            <a:off x="1619250" y="4508500"/>
            <a:ext cx="1228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_tradnl" altLang="es-ES" sz="2000">
                <a:latin typeface="Arial" panose="020B0604020202020204" pitchFamily="34" charset="0"/>
              </a:rPr>
              <a:t>Magnitud</a:t>
            </a:r>
          </a:p>
        </p:txBody>
      </p:sp>
      <p:sp>
        <p:nvSpPr>
          <p:cNvPr id="20495" name="Arc 15"/>
          <p:cNvSpPr>
            <a:spLocks/>
          </p:cNvSpPr>
          <p:nvPr/>
        </p:nvSpPr>
        <p:spPr bwMode="auto">
          <a:xfrm flipV="1">
            <a:off x="1782763" y="5238750"/>
            <a:ext cx="515937" cy="312738"/>
          </a:xfrm>
          <a:custGeom>
            <a:avLst/>
            <a:gdLst>
              <a:gd name="T0" fmla="*/ 2147483646 w 21600"/>
              <a:gd name="T1" fmla="*/ 0 h 14549"/>
              <a:gd name="T2" fmla="*/ 2147483646 w 21600"/>
              <a:gd name="T3" fmla="*/ 2147483646 h 14549"/>
              <a:gd name="T4" fmla="*/ 0 w 21600"/>
              <a:gd name="T5" fmla="*/ 2147483646 h 1454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14549" fill="none" extrusionOk="0">
                <a:moveTo>
                  <a:pt x="21289" y="-1"/>
                </a:moveTo>
                <a:cubicBezTo>
                  <a:pt x="21496" y="1205"/>
                  <a:pt x="21600" y="2427"/>
                  <a:pt x="21600" y="3651"/>
                </a:cubicBezTo>
                <a:cubicBezTo>
                  <a:pt x="21600" y="7481"/>
                  <a:pt x="20581" y="11242"/>
                  <a:pt x="18649" y="14549"/>
                </a:cubicBezTo>
              </a:path>
              <a:path w="21600" h="14549" stroke="0" extrusionOk="0">
                <a:moveTo>
                  <a:pt x="21289" y="-1"/>
                </a:moveTo>
                <a:cubicBezTo>
                  <a:pt x="21496" y="1205"/>
                  <a:pt x="21600" y="2427"/>
                  <a:pt x="21600" y="3651"/>
                </a:cubicBezTo>
                <a:cubicBezTo>
                  <a:pt x="21600" y="7481"/>
                  <a:pt x="20581" y="11242"/>
                  <a:pt x="18649" y="14549"/>
                </a:cubicBezTo>
                <a:lnTo>
                  <a:pt x="0" y="3651"/>
                </a:lnTo>
                <a:lnTo>
                  <a:pt x="21289" y="-1"/>
                </a:lnTo>
                <a:close/>
              </a:path>
            </a:pathLst>
          </a:custGeom>
          <a:noFill/>
          <a:ln w="76200">
            <a:solidFill>
              <a:srgbClr val="66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20496" name="Rectangle 16"/>
          <p:cNvSpPr>
            <a:spLocks noChangeArrowheads="1"/>
          </p:cNvSpPr>
          <p:nvPr/>
        </p:nvSpPr>
        <p:spPr bwMode="auto">
          <a:xfrm>
            <a:off x="2287588" y="5137150"/>
            <a:ext cx="749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_tradnl" altLang="es-ES" sz="2000">
                <a:latin typeface="Arial" panose="020B0604020202020204" pitchFamily="34" charset="0"/>
              </a:rPr>
              <a:t>Fase</a:t>
            </a:r>
          </a:p>
        </p:txBody>
      </p:sp>
      <p:sp>
        <p:nvSpPr>
          <p:cNvPr id="20497" name="Rectangle 18"/>
          <p:cNvSpPr>
            <a:spLocks noChangeArrowheads="1"/>
          </p:cNvSpPr>
          <p:nvPr/>
        </p:nvSpPr>
        <p:spPr bwMode="auto">
          <a:xfrm>
            <a:off x="6964363" y="3906838"/>
            <a:ext cx="2117725" cy="212407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s-ES_tradnl" altLang="es-ES" sz="2200">
                <a:latin typeface="Arial" panose="020B0604020202020204" pitchFamily="34" charset="0"/>
              </a:rPr>
              <a:t>Recordar: una imagen es la suma de muchos de estos componentes</a:t>
            </a:r>
            <a:endParaRPr lang="es-ES" altLang="es-ES" sz="2200">
              <a:latin typeface="Arial" panose="020B0604020202020204" pitchFamily="34" charset="0"/>
            </a:endParaRPr>
          </a:p>
        </p:txBody>
      </p:sp>
      <p:sp>
        <p:nvSpPr>
          <p:cNvPr id="20498" name="Freeform 19"/>
          <p:cNvSpPr>
            <a:spLocks/>
          </p:cNvSpPr>
          <p:nvPr/>
        </p:nvSpPr>
        <p:spPr bwMode="auto">
          <a:xfrm>
            <a:off x="1168400" y="4546600"/>
            <a:ext cx="454025" cy="363538"/>
          </a:xfrm>
          <a:custGeom>
            <a:avLst/>
            <a:gdLst>
              <a:gd name="T0" fmla="*/ 0 w 378"/>
              <a:gd name="T1" fmla="*/ 2147483646 h 263"/>
              <a:gd name="T2" fmla="*/ 2147483646 w 378"/>
              <a:gd name="T3" fmla="*/ 2147483646 h 263"/>
              <a:gd name="T4" fmla="*/ 2147483646 w 378"/>
              <a:gd name="T5" fmla="*/ 0 h 263"/>
              <a:gd name="T6" fmla="*/ 2147483646 w 378"/>
              <a:gd name="T7" fmla="*/ 0 h 26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78" h="263">
                <a:moveTo>
                  <a:pt x="0" y="58"/>
                </a:moveTo>
                <a:lnTo>
                  <a:pt x="33" y="263"/>
                </a:lnTo>
                <a:lnTo>
                  <a:pt x="89" y="0"/>
                </a:lnTo>
                <a:lnTo>
                  <a:pt x="378" y="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0"/>
            <a:ext cx="8785225" cy="703263"/>
          </a:xfrm>
        </p:spPr>
        <p:txBody>
          <a:bodyPr/>
          <a:lstStyle/>
          <a:p>
            <a:r>
              <a:rPr lang="es-ES_tradnl" altLang="es-ES" sz="4400" b="1" i="1" smtClean="0">
                <a:solidFill>
                  <a:srgbClr val="063D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 dominio frecuencial</a:t>
            </a:r>
            <a:endParaRPr lang="es-ES_tradnl" altLang="es-ES" sz="3000" smtClean="0">
              <a:latin typeface="Arial Black" panose="020B0A04020102020204" pitchFamily="34" charset="0"/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660650" y="622300"/>
            <a:ext cx="8767763" cy="458788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s-ES_tradnl" altLang="es-ES" sz="2400" smtClean="0">
                <a:latin typeface="Arial" panose="020B0604020202020204" pitchFamily="34" charset="0"/>
              </a:rPr>
              <a:t>Variación de la magnitud.</a:t>
            </a:r>
          </a:p>
        </p:txBody>
      </p:sp>
      <p:pic>
        <p:nvPicPr>
          <p:cNvPr id="22532" name="Picture 9" descr="comp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45" t="22145"/>
          <a:stretch>
            <a:fillRect/>
          </a:stretch>
        </p:blipFill>
        <p:spPr bwMode="auto">
          <a:xfrm>
            <a:off x="811213" y="2227263"/>
            <a:ext cx="1878012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3" name="Line 4"/>
          <p:cNvSpPr>
            <a:spLocks noChangeShapeType="1"/>
          </p:cNvSpPr>
          <p:nvPr/>
        </p:nvSpPr>
        <p:spPr bwMode="auto">
          <a:xfrm>
            <a:off x="615950" y="2112963"/>
            <a:ext cx="23145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22534" name="Line 5"/>
          <p:cNvSpPr>
            <a:spLocks noChangeShapeType="1"/>
          </p:cNvSpPr>
          <p:nvPr/>
        </p:nvSpPr>
        <p:spPr bwMode="auto">
          <a:xfrm flipV="1">
            <a:off x="868363" y="1125538"/>
            <a:ext cx="0" cy="10763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22535" name="Rectangle 7"/>
          <p:cNvSpPr>
            <a:spLocks noChangeArrowheads="1"/>
          </p:cNvSpPr>
          <p:nvPr/>
        </p:nvSpPr>
        <p:spPr bwMode="auto">
          <a:xfrm>
            <a:off x="2674938" y="1585913"/>
            <a:ext cx="4873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_tradnl" altLang="es-ES" sz="2400" b="1">
                <a:latin typeface="Arial" panose="020B0604020202020204" pitchFamily="34" charset="0"/>
              </a:rPr>
              <a:t>R </a:t>
            </a:r>
          </a:p>
        </p:txBody>
      </p:sp>
      <p:sp>
        <p:nvSpPr>
          <p:cNvPr id="22536" name="Rectangle 8"/>
          <p:cNvSpPr>
            <a:spLocks noChangeArrowheads="1"/>
          </p:cNvSpPr>
          <p:nvPr/>
        </p:nvSpPr>
        <p:spPr bwMode="auto">
          <a:xfrm>
            <a:off x="433388" y="1138238"/>
            <a:ext cx="3508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_tradnl" altLang="es-ES" sz="2400" b="1">
                <a:latin typeface="Arial" panose="020B0604020202020204" pitchFamily="34" charset="0"/>
              </a:rPr>
              <a:t>i </a:t>
            </a:r>
          </a:p>
        </p:txBody>
      </p:sp>
      <p:sp>
        <p:nvSpPr>
          <p:cNvPr id="22537" name="Line 11"/>
          <p:cNvSpPr>
            <a:spLocks noChangeShapeType="1"/>
          </p:cNvSpPr>
          <p:nvPr/>
        </p:nvSpPr>
        <p:spPr bwMode="auto">
          <a:xfrm flipV="1">
            <a:off x="852488" y="1417638"/>
            <a:ext cx="1987550" cy="695325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pic>
        <p:nvPicPr>
          <p:cNvPr id="22538" name="Picture 19" descr="comp02"/>
          <p:cNvPicPr>
            <a:picLocks noChangeAspect="1" noChangeArrowheads="1"/>
          </p:cNvPicPr>
          <p:nvPr/>
        </p:nvPicPr>
        <p:blipFill>
          <a:blip r:embed="rId3">
            <a:lum contrast="-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45" t="22145"/>
          <a:stretch>
            <a:fillRect/>
          </a:stretch>
        </p:blipFill>
        <p:spPr bwMode="auto">
          <a:xfrm>
            <a:off x="3587750" y="2236788"/>
            <a:ext cx="1878013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9" name="Line 20"/>
          <p:cNvSpPr>
            <a:spLocks noChangeShapeType="1"/>
          </p:cNvSpPr>
          <p:nvPr/>
        </p:nvSpPr>
        <p:spPr bwMode="auto">
          <a:xfrm>
            <a:off x="3392488" y="2119313"/>
            <a:ext cx="23145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22540" name="Line 21"/>
          <p:cNvSpPr>
            <a:spLocks noChangeShapeType="1"/>
          </p:cNvSpPr>
          <p:nvPr/>
        </p:nvSpPr>
        <p:spPr bwMode="auto">
          <a:xfrm flipV="1">
            <a:off x="3644900" y="1131888"/>
            <a:ext cx="0" cy="10763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22541" name="Rectangle 22"/>
          <p:cNvSpPr>
            <a:spLocks noChangeArrowheads="1"/>
          </p:cNvSpPr>
          <p:nvPr/>
        </p:nvSpPr>
        <p:spPr bwMode="auto">
          <a:xfrm>
            <a:off x="5451475" y="1595438"/>
            <a:ext cx="487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_tradnl" altLang="es-ES" sz="2400" b="1">
                <a:latin typeface="Arial" panose="020B0604020202020204" pitchFamily="34" charset="0"/>
              </a:rPr>
              <a:t>R </a:t>
            </a:r>
          </a:p>
        </p:txBody>
      </p:sp>
      <p:sp>
        <p:nvSpPr>
          <p:cNvPr id="22542" name="Rectangle 23"/>
          <p:cNvSpPr>
            <a:spLocks noChangeArrowheads="1"/>
          </p:cNvSpPr>
          <p:nvPr/>
        </p:nvSpPr>
        <p:spPr bwMode="auto">
          <a:xfrm>
            <a:off x="3209925" y="1144588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_tradnl" altLang="es-ES" sz="2400" b="1">
                <a:latin typeface="Arial" panose="020B0604020202020204" pitchFamily="34" charset="0"/>
              </a:rPr>
              <a:t>i </a:t>
            </a:r>
          </a:p>
        </p:txBody>
      </p:sp>
      <p:sp>
        <p:nvSpPr>
          <p:cNvPr id="22543" name="Line 24"/>
          <p:cNvSpPr>
            <a:spLocks noChangeShapeType="1"/>
          </p:cNvSpPr>
          <p:nvPr/>
        </p:nvSpPr>
        <p:spPr bwMode="auto">
          <a:xfrm flipV="1">
            <a:off x="3629025" y="1674813"/>
            <a:ext cx="1230313" cy="4445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pic>
        <p:nvPicPr>
          <p:cNvPr id="22544" name="Picture 25" descr="comp02"/>
          <p:cNvPicPr>
            <a:picLocks noChangeAspect="1" noChangeArrowheads="1"/>
          </p:cNvPicPr>
          <p:nvPr/>
        </p:nvPicPr>
        <p:blipFill>
          <a:blip r:embed="rId3">
            <a:lum contrast="-7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45" t="22145"/>
          <a:stretch>
            <a:fillRect/>
          </a:stretch>
        </p:blipFill>
        <p:spPr bwMode="auto">
          <a:xfrm>
            <a:off x="6324600" y="2255838"/>
            <a:ext cx="1878013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45" name="Line 26"/>
          <p:cNvSpPr>
            <a:spLocks noChangeShapeType="1"/>
          </p:cNvSpPr>
          <p:nvPr/>
        </p:nvSpPr>
        <p:spPr bwMode="auto">
          <a:xfrm>
            <a:off x="6129338" y="2138363"/>
            <a:ext cx="23145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22546" name="Line 27"/>
          <p:cNvSpPr>
            <a:spLocks noChangeShapeType="1"/>
          </p:cNvSpPr>
          <p:nvPr/>
        </p:nvSpPr>
        <p:spPr bwMode="auto">
          <a:xfrm flipV="1">
            <a:off x="6381750" y="1150938"/>
            <a:ext cx="0" cy="10763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22547" name="Rectangle 28"/>
          <p:cNvSpPr>
            <a:spLocks noChangeArrowheads="1"/>
          </p:cNvSpPr>
          <p:nvPr/>
        </p:nvSpPr>
        <p:spPr bwMode="auto">
          <a:xfrm>
            <a:off x="8188325" y="1614488"/>
            <a:ext cx="487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_tradnl" altLang="es-ES" sz="2400" b="1">
                <a:latin typeface="Arial" panose="020B0604020202020204" pitchFamily="34" charset="0"/>
              </a:rPr>
              <a:t>R </a:t>
            </a:r>
          </a:p>
        </p:txBody>
      </p:sp>
      <p:sp>
        <p:nvSpPr>
          <p:cNvPr id="22548" name="Rectangle 29"/>
          <p:cNvSpPr>
            <a:spLocks noChangeArrowheads="1"/>
          </p:cNvSpPr>
          <p:nvPr/>
        </p:nvSpPr>
        <p:spPr bwMode="auto">
          <a:xfrm>
            <a:off x="5946775" y="1163638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_tradnl" altLang="es-ES" sz="2400" b="1">
                <a:latin typeface="Arial" panose="020B0604020202020204" pitchFamily="34" charset="0"/>
              </a:rPr>
              <a:t>i </a:t>
            </a:r>
          </a:p>
        </p:txBody>
      </p:sp>
      <p:sp>
        <p:nvSpPr>
          <p:cNvPr id="22549" name="Line 30"/>
          <p:cNvSpPr>
            <a:spLocks noChangeShapeType="1"/>
          </p:cNvSpPr>
          <p:nvPr/>
        </p:nvSpPr>
        <p:spPr bwMode="auto">
          <a:xfrm flipV="1">
            <a:off x="6365875" y="1966913"/>
            <a:ext cx="431800" cy="17145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22550" name="Rectangle 31"/>
          <p:cNvSpPr>
            <a:spLocks noChangeArrowheads="1"/>
          </p:cNvSpPr>
          <p:nvPr/>
        </p:nvSpPr>
        <p:spPr bwMode="auto">
          <a:xfrm>
            <a:off x="2689225" y="3762375"/>
            <a:ext cx="8767763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s-ES_tradnl" altLang="es-ES" sz="2400">
                <a:latin typeface="Arial" panose="020B0604020202020204" pitchFamily="34" charset="0"/>
              </a:rPr>
              <a:t>Variación de la fase.</a:t>
            </a:r>
          </a:p>
        </p:txBody>
      </p:sp>
      <p:pic>
        <p:nvPicPr>
          <p:cNvPr id="22551" name="Picture 32" descr="comp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45" t="22145"/>
          <a:stretch>
            <a:fillRect/>
          </a:stretch>
        </p:blipFill>
        <p:spPr bwMode="auto">
          <a:xfrm>
            <a:off x="3554413" y="5268913"/>
            <a:ext cx="1879600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52" name="Line 33"/>
          <p:cNvSpPr>
            <a:spLocks noChangeShapeType="1"/>
          </p:cNvSpPr>
          <p:nvPr/>
        </p:nvSpPr>
        <p:spPr bwMode="auto">
          <a:xfrm>
            <a:off x="601663" y="5141913"/>
            <a:ext cx="23145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22553" name="Line 34"/>
          <p:cNvSpPr>
            <a:spLocks noChangeShapeType="1"/>
          </p:cNvSpPr>
          <p:nvPr/>
        </p:nvSpPr>
        <p:spPr bwMode="auto">
          <a:xfrm flipV="1">
            <a:off x="854075" y="4154488"/>
            <a:ext cx="0" cy="10763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22554" name="Rectangle 35"/>
          <p:cNvSpPr>
            <a:spLocks noChangeArrowheads="1"/>
          </p:cNvSpPr>
          <p:nvPr/>
        </p:nvSpPr>
        <p:spPr bwMode="auto">
          <a:xfrm>
            <a:off x="2660650" y="4614863"/>
            <a:ext cx="487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_tradnl" altLang="es-ES" sz="2400" b="1">
                <a:latin typeface="Arial" panose="020B0604020202020204" pitchFamily="34" charset="0"/>
              </a:rPr>
              <a:t>R </a:t>
            </a:r>
          </a:p>
        </p:txBody>
      </p:sp>
      <p:sp>
        <p:nvSpPr>
          <p:cNvPr id="22555" name="Rectangle 36"/>
          <p:cNvSpPr>
            <a:spLocks noChangeArrowheads="1"/>
          </p:cNvSpPr>
          <p:nvPr/>
        </p:nvSpPr>
        <p:spPr bwMode="auto">
          <a:xfrm>
            <a:off x="419100" y="4167188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_tradnl" altLang="es-ES" sz="2400" b="1">
                <a:latin typeface="Arial" panose="020B0604020202020204" pitchFamily="34" charset="0"/>
              </a:rPr>
              <a:t>i </a:t>
            </a:r>
          </a:p>
        </p:txBody>
      </p:sp>
      <p:sp>
        <p:nvSpPr>
          <p:cNvPr id="22556" name="Line 37"/>
          <p:cNvSpPr>
            <a:spLocks noChangeShapeType="1"/>
          </p:cNvSpPr>
          <p:nvPr/>
        </p:nvSpPr>
        <p:spPr bwMode="auto">
          <a:xfrm>
            <a:off x="838200" y="5141913"/>
            <a:ext cx="1673225" cy="9525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22557" name="Line 39"/>
          <p:cNvSpPr>
            <a:spLocks noChangeShapeType="1"/>
          </p:cNvSpPr>
          <p:nvPr/>
        </p:nvSpPr>
        <p:spPr bwMode="auto">
          <a:xfrm>
            <a:off x="3378200" y="5148263"/>
            <a:ext cx="23145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22558" name="Line 40"/>
          <p:cNvSpPr>
            <a:spLocks noChangeShapeType="1"/>
          </p:cNvSpPr>
          <p:nvPr/>
        </p:nvSpPr>
        <p:spPr bwMode="auto">
          <a:xfrm flipV="1">
            <a:off x="3630613" y="4160838"/>
            <a:ext cx="0" cy="10763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22559" name="Rectangle 41"/>
          <p:cNvSpPr>
            <a:spLocks noChangeArrowheads="1"/>
          </p:cNvSpPr>
          <p:nvPr/>
        </p:nvSpPr>
        <p:spPr bwMode="auto">
          <a:xfrm>
            <a:off x="5437188" y="4624388"/>
            <a:ext cx="4873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_tradnl" altLang="es-ES" sz="2400" b="1">
                <a:latin typeface="Arial" panose="020B0604020202020204" pitchFamily="34" charset="0"/>
              </a:rPr>
              <a:t>R </a:t>
            </a:r>
          </a:p>
        </p:txBody>
      </p:sp>
      <p:sp>
        <p:nvSpPr>
          <p:cNvPr id="22560" name="Rectangle 42"/>
          <p:cNvSpPr>
            <a:spLocks noChangeArrowheads="1"/>
          </p:cNvSpPr>
          <p:nvPr/>
        </p:nvSpPr>
        <p:spPr bwMode="auto">
          <a:xfrm>
            <a:off x="3195638" y="4173538"/>
            <a:ext cx="3508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_tradnl" altLang="es-ES" sz="2400" b="1">
                <a:latin typeface="Arial" panose="020B0604020202020204" pitchFamily="34" charset="0"/>
              </a:rPr>
              <a:t>i </a:t>
            </a:r>
          </a:p>
        </p:txBody>
      </p:sp>
      <p:sp>
        <p:nvSpPr>
          <p:cNvPr id="22561" name="Line 43"/>
          <p:cNvSpPr>
            <a:spLocks noChangeShapeType="1"/>
          </p:cNvSpPr>
          <p:nvPr/>
        </p:nvSpPr>
        <p:spPr bwMode="auto">
          <a:xfrm flipV="1">
            <a:off x="3614738" y="4548188"/>
            <a:ext cx="1636712" cy="600075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22562" name="Line 45"/>
          <p:cNvSpPr>
            <a:spLocks noChangeShapeType="1"/>
          </p:cNvSpPr>
          <p:nvPr/>
        </p:nvSpPr>
        <p:spPr bwMode="auto">
          <a:xfrm>
            <a:off x="6115050" y="5167313"/>
            <a:ext cx="23145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22563" name="Line 46"/>
          <p:cNvSpPr>
            <a:spLocks noChangeShapeType="1"/>
          </p:cNvSpPr>
          <p:nvPr/>
        </p:nvSpPr>
        <p:spPr bwMode="auto">
          <a:xfrm flipV="1">
            <a:off x="6367463" y="4179888"/>
            <a:ext cx="0" cy="10763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22564" name="Rectangle 47"/>
          <p:cNvSpPr>
            <a:spLocks noChangeArrowheads="1"/>
          </p:cNvSpPr>
          <p:nvPr/>
        </p:nvSpPr>
        <p:spPr bwMode="auto">
          <a:xfrm>
            <a:off x="8174038" y="4643438"/>
            <a:ext cx="4873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_tradnl" altLang="es-ES" sz="2400" b="1">
                <a:latin typeface="Arial" panose="020B0604020202020204" pitchFamily="34" charset="0"/>
              </a:rPr>
              <a:t>R </a:t>
            </a:r>
          </a:p>
        </p:txBody>
      </p:sp>
      <p:sp>
        <p:nvSpPr>
          <p:cNvPr id="22565" name="Rectangle 48"/>
          <p:cNvSpPr>
            <a:spLocks noChangeArrowheads="1"/>
          </p:cNvSpPr>
          <p:nvPr/>
        </p:nvSpPr>
        <p:spPr bwMode="auto">
          <a:xfrm>
            <a:off x="5932488" y="4192588"/>
            <a:ext cx="3508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_tradnl" altLang="es-ES" sz="2400" b="1">
                <a:latin typeface="Arial" panose="020B0604020202020204" pitchFamily="34" charset="0"/>
              </a:rPr>
              <a:t>i </a:t>
            </a:r>
          </a:p>
        </p:txBody>
      </p:sp>
      <p:sp>
        <p:nvSpPr>
          <p:cNvPr id="22566" name="Line 49"/>
          <p:cNvSpPr>
            <a:spLocks noChangeShapeType="1"/>
          </p:cNvSpPr>
          <p:nvPr/>
        </p:nvSpPr>
        <p:spPr bwMode="auto">
          <a:xfrm flipV="1">
            <a:off x="6351588" y="3821113"/>
            <a:ext cx="798512" cy="13462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pic>
        <p:nvPicPr>
          <p:cNvPr id="22567" name="Picture 50" descr="comp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64" t="22145" r="7382"/>
          <a:stretch>
            <a:fillRect/>
          </a:stretch>
        </p:blipFill>
        <p:spPr bwMode="auto">
          <a:xfrm>
            <a:off x="755650" y="5268913"/>
            <a:ext cx="1879600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68" name="Picture 51" descr="comp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82" t="22145" r="14764"/>
          <a:stretch>
            <a:fillRect/>
          </a:stretch>
        </p:blipFill>
        <p:spPr bwMode="auto">
          <a:xfrm>
            <a:off x="6300788" y="5268913"/>
            <a:ext cx="1879600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382000" cy="581025"/>
          </a:xfrm>
        </p:spPr>
        <p:txBody>
          <a:bodyPr/>
          <a:lstStyle/>
          <a:p>
            <a:pPr eaLnBrk="1" hangingPunct="1"/>
            <a:r>
              <a:rPr lang="en-US" altLang="es-ES" sz="4000" b="1" i="1" smtClean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Transformada coseno 1-D (DCT)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473075" y="4868863"/>
            <a:ext cx="8426450" cy="3352800"/>
          </a:xfrm>
        </p:spPr>
        <p:txBody>
          <a:bodyPr/>
          <a:lstStyle/>
          <a:p>
            <a:pPr eaLnBrk="1" hangingPunct="1">
              <a:lnSpc>
                <a:spcPct val="85000"/>
              </a:lnSpc>
            </a:pPr>
            <a:r>
              <a:rPr lang="en-US" altLang="es-ES" sz="2400" smtClean="0"/>
              <a:t>Matriz de transformación </a:t>
            </a:r>
            <a:r>
              <a:rPr lang="en-US" altLang="es-ES" sz="2400" i="1" smtClean="0"/>
              <a:t>A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s-ES" smtClean="0"/>
              <a:t>a(k,n) = </a:t>
            </a:r>
            <a:r>
              <a:rPr lang="en-US" altLang="es-ES" smtClean="0">
                <a:sym typeface="Symbol" panose="05050102010706020507" pitchFamily="18" charset="2"/>
              </a:rPr>
              <a:t></a:t>
            </a:r>
            <a:r>
              <a:rPr lang="en-US" altLang="es-ES" smtClean="0"/>
              <a:t>(0)  			for k=0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s-ES" smtClean="0"/>
              <a:t>a(k,n) = </a:t>
            </a:r>
            <a:r>
              <a:rPr lang="en-US" altLang="es-ES" smtClean="0">
                <a:sym typeface="Symbol" panose="05050102010706020507" pitchFamily="18" charset="2"/>
              </a:rPr>
              <a:t></a:t>
            </a:r>
            <a:r>
              <a:rPr lang="en-US" altLang="es-ES" smtClean="0"/>
              <a:t>(k) cos[</a:t>
            </a:r>
            <a:r>
              <a:rPr lang="en-US" altLang="es-ES" smtClean="0">
                <a:sym typeface="Symbol" panose="05050102010706020507" pitchFamily="18" charset="2"/>
              </a:rPr>
              <a:t></a:t>
            </a:r>
            <a:r>
              <a:rPr lang="en-US" altLang="es-ES" smtClean="0"/>
              <a:t>(2n+1)/2N]  	for k&gt;0</a:t>
            </a:r>
          </a:p>
          <a:p>
            <a:pPr eaLnBrk="1" hangingPunct="1">
              <a:lnSpc>
                <a:spcPct val="85000"/>
              </a:lnSpc>
            </a:pPr>
            <a:endParaRPr lang="en-US" altLang="es-ES" sz="2400" smtClean="0"/>
          </a:p>
        </p:txBody>
      </p:sp>
      <p:graphicFrame>
        <p:nvGraphicFramePr>
          <p:cNvPr id="24580" name="Object 4"/>
          <p:cNvGraphicFramePr>
            <a:graphicFrameLocks noChangeAspect="1"/>
          </p:cNvGraphicFramePr>
          <p:nvPr/>
        </p:nvGraphicFramePr>
        <p:xfrm>
          <a:off x="1660525" y="1539875"/>
          <a:ext cx="5822950" cy="2713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2" name="Equation" r:id="rId5" imgW="2387600" imgH="1371600" progId="Equation.3">
                  <p:embed/>
                </p:oleObj>
              </mc:Choice>
              <mc:Fallback>
                <p:oleObj name="Equation" r:id="rId5" imgW="2387600" imgH="1371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525" y="1539875"/>
                        <a:ext cx="5822950" cy="2713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68" descr="dct8_1d_disc"/>
          <p:cNvSpPr>
            <a:spLocks noChangeArrowheads="1"/>
          </p:cNvSpPr>
          <p:nvPr/>
        </p:nvSpPr>
        <p:spPr bwMode="auto">
          <a:xfrm>
            <a:off x="990600" y="3200400"/>
            <a:ext cx="2057400" cy="3657600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s-ES" altLang="es-ES">
              <a:latin typeface="Times New Roman" panose="02020603050405020304" pitchFamily="18" charset="0"/>
            </a:endParaRPr>
          </a:p>
        </p:txBody>
      </p:sp>
      <p:sp>
        <p:nvSpPr>
          <p:cNvPr id="26627" name="Rectangle 166" descr="dft8_1dim_disc"/>
          <p:cNvSpPr>
            <a:spLocks noChangeArrowheads="1"/>
          </p:cNvSpPr>
          <p:nvPr/>
        </p:nvSpPr>
        <p:spPr bwMode="auto">
          <a:xfrm>
            <a:off x="6781800" y="3155950"/>
            <a:ext cx="2057400" cy="3657600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s-ES" altLang="es-ES">
              <a:latin typeface="Times New Roman" panose="02020603050405020304" pitchFamily="18" charset="0"/>
            </a:endParaRPr>
          </a:p>
        </p:txBody>
      </p:sp>
      <p:sp>
        <p:nvSpPr>
          <p:cNvPr id="26628" name="Rectangle 167" descr="dft8_1dre_disc"/>
          <p:cNvSpPr>
            <a:spLocks noChangeArrowheads="1"/>
          </p:cNvSpPr>
          <p:nvPr/>
        </p:nvSpPr>
        <p:spPr bwMode="auto">
          <a:xfrm>
            <a:off x="5029200" y="3276600"/>
            <a:ext cx="2057400" cy="3536950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s-ES" altLang="es-ES">
              <a:latin typeface="Times New Roman" panose="02020603050405020304" pitchFamily="18" charset="0"/>
            </a:endParaRPr>
          </a:p>
        </p:txBody>
      </p:sp>
      <p:sp>
        <p:nvSpPr>
          <p:cNvPr id="26629" name="Rectangle 5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s-ES" sz="4000" b="1" i="1" smtClean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DFT vs. DCT</a:t>
            </a:r>
          </a:p>
        </p:txBody>
      </p:sp>
      <p:sp>
        <p:nvSpPr>
          <p:cNvPr id="26630" name="Text Box 101"/>
          <p:cNvSpPr txBox="1">
            <a:spLocks noChangeArrowheads="1"/>
          </p:cNvSpPr>
          <p:nvPr/>
        </p:nvSpPr>
        <p:spPr bwMode="auto">
          <a:xfrm>
            <a:off x="4876800" y="1219200"/>
            <a:ext cx="15113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ES">
                <a:latin typeface="Times New Roman" panose="02020603050405020304" pitchFamily="18" charset="0"/>
              </a:rPr>
              <a:t>1D-DFT</a:t>
            </a:r>
          </a:p>
        </p:txBody>
      </p:sp>
      <p:pic>
        <p:nvPicPr>
          <p:cNvPr id="26631" name="Picture 102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828800"/>
            <a:ext cx="3898900" cy="74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632" name="Text Box 103"/>
          <p:cNvSpPr txBox="1">
            <a:spLocks noChangeArrowheads="1"/>
          </p:cNvSpPr>
          <p:nvPr/>
        </p:nvSpPr>
        <p:spPr bwMode="auto">
          <a:xfrm>
            <a:off x="5605463" y="3062288"/>
            <a:ext cx="1219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ES">
                <a:solidFill>
                  <a:schemeClr val="folHlink"/>
                </a:solidFill>
                <a:latin typeface="Times New Roman" panose="02020603050405020304" pitchFamily="18" charset="0"/>
              </a:rPr>
              <a:t>real(a)</a:t>
            </a:r>
          </a:p>
        </p:txBody>
      </p:sp>
      <p:sp>
        <p:nvSpPr>
          <p:cNvPr id="26633" name="Text Box 104"/>
          <p:cNvSpPr txBox="1">
            <a:spLocks noChangeArrowheads="1"/>
          </p:cNvSpPr>
          <p:nvPr/>
        </p:nvSpPr>
        <p:spPr bwMode="auto">
          <a:xfrm>
            <a:off x="7308850" y="3062288"/>
            <a:ext cx="13779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ES">
                <a:solidFill>
                  <a:schemeClr val="hlink"/>
                </a:solidFill>
                <a:latin typeface="Times New Roman" panose="02020603050405020304" pitchFamily="18" charset="0"/>
              </a:rPr>
              <a:t>imag(a)</a:t>
            </a:r>
          </a:p>
        </p:txBody>
      </p:sp>
      <p:sp>
        <p:nvSpPr>
          <p:cNvPr id="26634" name="Text Box 105"/>
          <p:cNvSpPr txBox="1">
            <a:spLocks noChangeArrowheads="1"/>
          </p:cNvSpPr>
          <p:nvPr/>
        </p:nvSpPr>
        <p:spPr bwMode="auto">
          <a:xfrm>
            <a:off x="6591300" y="6416675"/>
            <a:ext cx="8382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ES" sz="2400">
                <a:latin typeface="Times New Roman" panose="02020603050405020304" pitchFamily="18" charset="0"/>
              </a:rPr>
              <a:t>N=8</a:t>
            </a:r>
          </a:p>
        </p:txBody>
      </p:sp>
      <p:sp>
        <p:nvSpPr>
          <p:cNvPr id="26635" name="Text Box 106"/>
          <p:cNvSpPr txBox="1">
            <a:spLocks noChangeArrowheads="1"/>
          </p:cNvSpPr>
          <p:nvPr/>
        </p:nvSpPr>
        <p:spPr bwMode="auto">
          <a:xfrm>
            <a:off x="4648200" y="3535363"/>
            <a:ext cx="609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ES" sz="1600">
                <a:latin typeface="Times New Roman" panose="02020603050405020304" pitchFamily="18" charset="0"/>
              </a:rPr>
              <a:t>u=0</a:t>
            </a:r>
          </a:p>
        </p:txBody>
      </p:sp>
      <p:sp>
        <p:nvSpPr>
          <p:cNvPr id="26636" name="Text Box 107"/>
          <p:cNvSpPr txBox="1">
            <a:spLocks noChangeArrowheads="1"/>
          </p:cNvSpPr>
          <p:nvPr/>
        </p:nvSpPr>
        <p:spPr bwMode="auto">
          <a:xfrm>
            <a:off x="4648200" y="6019800"/>
            <a:ext cx="609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ES" sz="1600">
                <a:latin typeface="Times New Roman" panose="02020603050405020304" pitchFamily="18" charset="0"/>
              </a:rPr>
              <a:t>u=7</a:t>
            </a:r>
          </a:p>
        </p:txBody>
      </p:sp>
      <p:sp>
        <p:nvSpPr>
          <p:cNvPr id="26637" name="Text Box 158"/>
          <p:cNvSpPr txBox="1">
            <a:spLocks noChangeArrowheads="1"/>
          </p:cNvSpPr>
          <p:nvPr/>
        </p:nvSpPr>
        <p:spPr bwMode="auto">
          <a:xfrm>
            <a:off x="685800" y="3549650"/>
            <a:ext cx="609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ES" sz="1600">
                <a:latin typeface="Times New Roman" panose="02020603050405020304" pitchFamily="18" charset="0"/>
              </a:rPr>
              <a:t>u=0</a:t>
            </a:r>
          </a:p>
        </p:txBody>
      </p:sp>
      <p:sp>
        <p:nvSpPr>
          <p:cNvPr id="26638" name="Text Box 159"/>
          <p:cNvSpPr txBox="1">
            <a:spLocks noChangeArrowheads="1"/>
          </p:cNvSpPr>
          <p:nvPr/>
        </p:nvSpPr>
        <p:spPr bwMode="auto">
          <a:xfrm>
            <a:off x="685800" y="6019800"/>
            <a:ext cx="609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ES" sz="1600">
                <a:latin typeface="Times New Roman" panose="02020603050405020304" pitchFamily="18" charset="0"/>
              </a:rPr>
              <a:t>u=7</a:t>
            </a:r>
          </a:p>
        </p:txBody>
      </p:sp>
      <p:pic>
        <p:nvPicPr>
          <p:cNvPr id="26639" name="Picture 160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438400"/>
            <a:ext cx="313055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640" name="Picture 161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738313"/>
            <a:ext cx="1600200" cy="547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641" name="Text Box 163"/>
          <p:cNvSpPr txBox="1">
            <a:spLocks noChangeArrowheads="1"/>
          </p:cNvSpPr>
          <p:nvPr/>
        </p:nvSpPr>
        <p:spPr bwMode="auto">
          <a:xfrm>
            <a:off x="381000" y="1219200"/>
            <a:ext cx="16002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ES">
                <a:latin typeface="Times New Roman" panose="02020603050405020304" pitchFamily="18" charset="0"/>
              </a:rPr>
              <a:t>1D-DCT</a:t>
            </a:r>
          </a:p>
        </p:txBody>
      </p:sp>
      <p:pic>
        <p:nvPicPr>
          <p:cNvPr id="26642" name="Picture 164" descr="txp_fi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981200"/>
            <a:ext cx="698500" cy="19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643" name="Text Box 169"/>
          <p:cNvSpPr txBox="1">
            <a:spLocks noChangeArrowheads="1"/>
          </p:cNvSpPr>
          <p:nvPr/>
        </p:nvSpPr>
        <p:spPr bwMode="auto">
          <a:xfrm>
            <a:off x="1908175" y="2997200"/>
            <a:ext cx="381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ES">
                <a:solidFill>
                  <a:schemeClr val="folHlink"/>
                </a:solidFill>
                <a:latin typeface="Times New Roman" panose="02020603050405020304" pitchFamily="18" charset="0"/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0"/>
            <a:ext cx="8785225" cy="703263"/>
          </a:xfrm>
        </p:spPr>
        <p:txBody>
          <a:bodyPr/>
          <a:lstStyle/>
          <a:p>
            <a:r>
              <a:rPr lang="es-ES_tradnl" altLang="es-ES" sz="4000" b="1" i="1" smtClean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Transformada del coseno</a:t>
            </a:r>
            <a:endParaRPr lang="es-ES_tradnl" altLang="es-ES" sz="3000" smtClean="0">
              <a:latin typeface="Arial Black" panose="020B0A04020102020204" pitchFamily="34" charset="0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42888" y="496888"/>
            <a:ext cx="8688387" cy="2865437"/>
          </a:xfrm>
        </p:spPr>
        <p:txBody>
          <a:bodyPr/>
          <a:lstStyle/>
          <a:p>
            <a:pPr>
              <a:tabLst>
                <a:tab pos="2155825" algn="l"/>
              </a:tabLst>
            </a:pPr>
            <a:endParaRPr lang="es-ES_tradnl" altLang="es-ES" sz="2400" smtClean="0">
              <a:latin typeface="Arial" panose="020B0604020202020204" pitchFamily="34" charset="0"/>
            </a:endParaRPr>
          </a:p>
          <a:p>
            <a:pPr>
              <a:tabLst>
                <a:tab pos="2155825" algn="l"/>
              </a:tabLst>
            </a:pPr>
            <a:r>
              <a:rPr lang="es-ES_tradnl" altLang="es-ES" sz="2400" smtClean="0">
                <a:latin typeface="Arial" panose="020B0604020202020204" pitchFamily="34" charset="0"/>
              </a:rPr>
              <a:t>Es parecida a la DFT, pero sólo usa números reales.</a:t>
            </a:r>
          </a:p>
          <a:p>
            <a:pPr>
              <a:buFontTx/>
              <a:buNone/>
              <a:tabLst>
                <a:tab pos="2155825" algn="l"/>
              </a:tabLst>
            </a:pPr>
            <a:endParaRPr lang="el-GR" altLang="es-ES" sz="100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tabLst>
                <a:tab pos="2155825" algn="l"/>
              </a:tabLst>
            </a:pPr>
            <a:r>
              <a:rPr lang="es-ES_tradnl" altLang="es-ES" sz="2400" smtClean="0">
                <a:latin typeface="Arial" panose="020B0604020202020204" pitchFamily="34" charset="0"/>
              </a:rPr>
              <a:t>Las imágenes base tienen </a:t>
            </a:r>
            <a:r>
              <a:rPr lang="es-ES_tradnl" altLang="es-ES" sz="2400" b="1" smtClean="0">
                <a:latin typeface="Arial" panose="020B0604020202020204" pitchFamily="34" charset="0"/>
              </a:rPr>
              <a:t>forma de hueveras</a:t>
            </a:r>
            <a:r>
              <a:rPr lang="es-ES_tradnl" altLang="es-ES" sz="2400" smtClean="0"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07525" name="Rectangle 14"/>
          <p:cNvSpPr>
            <a:spLocks noChangeArrowheads="1"/>
          </p:cNvSpPr>
          <p:nvPr/>
        </p:nvSpPr>
        <p:spPr bwMode="auto">
          <a:xfrm>
            <a:off x="242888" y="5421313"/>
            <a:ext cx="8688387" cy="801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tabLst>
                <a:tab pos="2155825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2155825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215582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215582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215582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15582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15582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15582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15582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s-ES_tradnl" altLang="es-ES" sz="2400" dirty="0" smtClean="0">
                <a:latin typeface="Arial" panose="020B0604020202020204" pitchFamily="34" charset="0"/>
              </a:rPr>
              <a:t>El valor de </a:t>
            </a:r>
            <a:r>
              <a:rPr lang="es-ES_tradnl" altLang="es-ES" sz="2400" b="1" dirty="0" smtClean="0">
                <a:latin typeface="Arial" panose="020B0604020202020204" pitchFamily="34" charset="0"/>
              </a:rPr>
              <a:t>a</a:t>
            </a:r>
            <a:r>
              <a:rPr lang="es-ES_tradnl" altLang="es-ES" sz="2400" dirty="0" smtClean="0">
                <a:latin typeface="Arial" panose="020B0604020202020204" pitchFamily="34" charset="0"/>
              </a:rPr>
              <a:t> indica el número de huevos en cada fila (eje X), y el de </a:t>
            </a:r>
            <a:r>
              <a:rPr lang="es-ES_tradnl" altLang="es-ES" sz="2400" b="1" dirty="0" smtClean="0">
                <a:latin typeface="Arial" panose="020B0604020202020204" pitchFamily="34" charset="0"/>
              </a:rPr>
              <a:t>b</a:t>
            </a:r>
            <a:r>
              <a:rPr lang="es-ES_tradnl" altLang="es-ES" sz="2400" dirty="0" smtClean="0">
                <a:latin typeface="Arial" panose="020B0604020202020204" pitchFamily="34" charset="0"/>
              </a:rPr>
              <a:t> el número de huevos en cada columna (eje Y)</a:t>
            </a:r>
          </a:p>
          <a:p>
            <a:pPr marL="0" indent="0">
              <a:buFontTx/>
              <a:buNone/>
              <a:defRPr/>
            </a:pPr>
            <a:r>
              <a:rPr lang="es-ES_tradnl" altLang="es-ES" sz="2400" dirty="0" smtClean="0">
                <a:latin typeface="Arial" panose="020B0604020202020204" pitchFamily="34" charset="0"/>
              </a:rPr>
              <a:t>	(Bueno, la mitad realmente)</a:t>
            </a:r>
          </a:p>
        </p:txBody>
      </p:sp>
      <p:pic>
        <p:nvPicPr>
          <p:cNvPr id="28677" name="Picture 25" descr="compdct3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1675" y="2797175"/>
            <a:ext cx="2122488" cy="212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8" name="Picture 26" descr="compdct5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725" y="2797175"/>
            <a:ext cx="2122488" cy="212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9" name="Rectangle 27"/>
          <p:cNvSpPr>
            <a:spLocks noChangeArrowheads="1"/>
          </p:cNvSpPr>
          <p:nvPr/>
        </p:nvSpPr>
        <p:spPr bwMode="auto">
          <a:xfrm>
            <a:off x="2525713" y="2371725"/>
            <a:ext cx="1039812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_tradnl" altLang="es-ES" sz="2200">
                <a:latin typeface="Arial" panose="020B0604020202020204" pitchFamily="34" charset="0"/>
              </a:rPr>
              <a:t>C(3, 2)</a:t>
            </a:r>
            <a:endParaRPr lang="es-ES" altLang="es-ES" sz="2200">
              <a:latin typeface="Arial" panose="020B0604020202020204" pitchFamily="34" charset="0"/>
            </a:endParaRPr>
          </a:p>
        </p:txBody>
      </p:sp>
      <p:sp>
        <p:nvSpPr>
          <p:cNvPr id="28680" name="Rectangle 28"/>
          <p:cNvSpPr>
            <a:spLocks noChangeArrowheads="1"/>
          </p:cNvSpPr>
          <p:nvPr/>
        </p:nvSpPr>
        <p:spPr bwMode="auto">
          <a:xfrm>
            <a:off x="5873750" y="2371725"/>
            <a:ext cx="1039813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_tradnl" altLang="es-ES" sz="2200">
                <a:latin typeface="Arial" panose="020B0604020202020204" pitchFamily="34" charset="0"/>
              </a:rPr>
              <a:t>C(5, 5)</a:t>
            </a:r>
            <a:endParaRPr lang="es-ES" altLang="es-ES" sz="22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-26988"/>
            <a:ext cx="8785225" cy="703263"/>
          </a:xfrm>
        </p:spPr>
        <p:txBody>
          <a:bodyPr/>
          <a:lstStyle/>
          <a:p>
            <a:r>
              <a:rPr lang="es-ES_tradnl" altLang="es-ES" sz="4000" b="1" i="1" smtClean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Transformada del coseno</a:t>
            </a:r>
            <a:endParaRPr lang="es-ES_tradnl" altLang="es-ES" smtClean="0">
              <a:latin typeface="Arial Black" panose="020B0A04020102020204" pitchFamily="34" charset="0"/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552450"/>
            <a:ext cx="8688388" cy="420688"/>
          </a:xfrm>
        </p:spPr>
        <p:txBody>
          <a:bodyPr/>
          <a:lstStyle/>
          <a:p>
            <a:pPr>
              <a:tabLst>
                <a:tab pos="2155825" algn="l"/>
              </a:tabLst>
            </a:pPr>
            <a:r>
              <a:rPr lang="es-ES_tradnl" altLang="es-ES" sz="2400" smtClean="0">
                <a:latin typeface="Arial" panose="020B0604020202020204" pitchFamily="34" charset="0"/>
              </a:rPr>
              <a:t>Primeros componentes de la DCT 2D, C(a, b, x, y).</a:t>
            </a:r>
          </a:p>
        </p:txBody>
      </p:sp>
      <p:pic>
        <p:nvPicPr>
          <p:cNvPr id="30724" name="Picture 9" descr="compdct4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2925" y="2038350"/>
            <a:ext cx="1568450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5" name="Picture 10" descr="compdct4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2925" y="2038350"/>
            <a:ext cx="1568450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6" name="Picture 11" descr="compdct4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2925" y="2038350"/>
            <a:ext cx="1568450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7" name="Picture 12" descr="compdct3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2925" y="2038350"/>
            <a:ext cx="1568450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8" name="Picture 13" descr="compdct2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2925" y="2038350"/>
            <a:ext cx="1568450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9" name="Picture 14" descr="compdct1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2925" y="2038350"/>
            <a:ext cx="1568450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30" name="Picture 15" descr="compdct00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2925" y="2038350"/>
            <a:ext cx="1568450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31" name="Picture 25" descr="compdct00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75" y="1341438"/>
            <a:ext cx="1474788" cy="147478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32" name="Picture 26" descr="compdct4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5688" y="1341438"/>
            <a:ext cx="1474787" cy="147478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33" name="Picture 27" descr="compdct3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3413" y="1341438"/>
            <a:ext cx="1474787" cy="147478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34" name="Picture 28" descr="compdct2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1138" y="1341438"/>
            <a:ext cx="1474787" cy="147478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35" name="Picture 29" descr="compdct1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8863" y="1341438"/>
            <a:ext cx="1474787" cy="147478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36" name="Picture 30" descr="compdct11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513" y="3005138"/>
            <a:ext cx="1474787" cy="147478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37" name="Picture 31" descr="compdct4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0925" y="3005138"/>
            <a:ext cx="1474788" cy="147478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38" name="Picture 32" descr="compdct3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7063" y="3005138"/>
            <a:ext cx="1474787" cy="147478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39" name="Picture 33" descr="compdct2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4788" y="3005138"/>
            <a:ext cx="1474787" cy="147478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0" name="Picture 34" descr="compdct01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38" y="3005138"/>
            <a:ext cx="1474787" cy="147478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1" name="Picture 35" descr="compdct4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0925" y="4656138"/>
            <a:ext cx="1474788" cy="147478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2" name="Picture 36" descr="compdct2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375" y="4656138"/>
            <a:ext cx="1474788" cy="147478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3" name="Picture 37" descr="compdct12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100" y="4656138"/>
            <a:ext cx="1474788" cy="147478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4" name="Picture 38" descr="compdct02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25" y="4656138"/>
            <a:ext cx="1474788" cy="147478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5" name="Picture 39" descr="compdct32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8650" y="4656138"/>
            <a:ext cx="1474788" cy="147478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46" name="Rectangle 40"/>
          <p:cNvSpPr>
            <a:spLocks noChangeArrowheads="1"/>
          </p:cNvSpPr>
          <p:nvPr/>
        </p:nvSpPr>
        <p:spPr bwMode="auto">
          <a:xfrm>
            <a:off x="963613" y="941388"/>
            <a:ext cx="8382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_tradnl" altLang="es-ES" sz="2200">
                <a:latin typeface="Arial" panose="020B0604020202020204" pitchFamily="34" charset="0"/>
              </a:rPr>
              <a:t>a = 0</a:t>
            </a:r>
            <a:endParaRPr lang="es-ES" altLang="es-ES" sz="2200">
              <a:latin typeface="Arial" panose="020B0604020202020204" pitchFamily="34" charset="0"/>
            </a:endParaRPr>
          </a:p>
        </p:txBody>
      </p:sp>
      <p:sp>
        <p:nvSpPr>
          <p:cNvPr id="30747" name="Rectangle 41"/>
          <p:cNvSpPr>
            <a:spLocks noChangeArrowheads="1"/>
          </p:cNvSpPr>
          <p:nvPr/>
        </p:nvSpPr>
        <p:spPr bwMode="auto">
          <a:xfrm>
            <a:off x="2652713" y="941388"/>
            <a:ext cx="8382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_tradnl" altLang="es-ES" sz="2200">
                <a:latin typeface="Arial" panose="020B0604020202020204" pitchFamily="34" charset="0"/>
              </a:rPr>
              <a:t>a = 1</a:t>
            </a:r>
            <a:endParaRPr lang="es-ES" altLang="es-ES" sz="2200">
              <a:latin typeface="Arial" panose="020B0604020202020204" pitchFamily="34" charset="0"/>
            </a:endParaRPr>
          </a:p>
        </p:txBody>
      </p:sp>
      <p:sp>
        <p:nvSpPr>
          <p:cNvPr id="30748" name="Rectangle 42"/>
          <p:cNvSpPr>
            <a:spLocks noChangeArrowheads="1"/>
          </p:cNvSpPr>
          <p:nvPr/>
        </p:nvSpPr>
        <p:spPr bwMode="auto">
          <a:xfrm>
            <a:off x="4343400" y="941388"/>
            <a:ext cx="8382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_tradnl" altLang="es-ES" sz="2200">
                <a:latin typeface="Arial" panose="020B0604020202020204" pitchFamily="34" charset="0"/>
              </a:rPr>
              <a:t>a = 2</a:t>
            </a:r>
            <a:endParaRPr lang="es-ES" altLang="es-ES" sz="2200">
              <a:latin typeface="Arial" panose="020B0604020202020204" pitchFamily="34" charset="0"/>
            </a:endParaRPr>
          </a:p>
        </p:txBody>
      </p:sp>
      <p:sp>
        <p:nvSpPr>
          <p:cNvPr id="30749" name="Rectangle 43"/>
          <p:cNvSpPr>
            <a:spLocks noChangeArrowheads="1"/>
          </p:cNvSpPr>
          <p:nvPr/>
        </p:nvSpPr>
        <p:spPr bwMode="auto">
          <a:xfrm>
            <a:off x="6032500" y="941388"/>
            <a:ext cx="8382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_tradnl" altLang="es-ES" sz="2200">
                <a:latin typeface="Arial" panose="020B0604020202020204" pitchFamily="34" charset="0"/>
              </a:rPr>
              <a:t>a = 3</a:t>
            </a:r>
            <a:endParaRPr lang="es-ES" altLang="es-ES" sz="2200">
              <a:latin typeface="Arial" panose="020B0604020202020204" pitchFamily="34" charset="0"/>
            </a:endParaRPr>
          </a:p>
        </p:txBody>
      </p:sp>
      <p:sp>
        <p:nvSpPr>
          <p:cNvPr id="30750" name="Rectangle 44"/>
          <p:cNvSpPr>
            <a:spLocks noChangeArrowheads="1"/>
          </p:cNvSpPr>
          <p:nvPr/>
        </p:nvSpPr>
        <p:spPr bwMode="auto">
          <a:xfrm>
            <a:off x="7723188" y="941388"/>
            <a:ext cx="8382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_tradnl" altLang="es-ES" sz="2200">
                <a:latin typeface="Arial" panose="020B0604020202020204" pitchFamily="34" charset="0"/>
              </a:rPr>
              <a:t>a = 4</a:t>
            </a:r>
            <a:endParaRPr lang="es-ES" altLang="es-ES" sz="2200">
              <a:latin typeface="Arial" panose="020B0604020202020204" pitchFamily="34" charset="0"/>
            </a:endParaRPr>
          </a:p>
        </p:txBody>
      </p:sp>
      <p:sp>
        <p:nvSpPr>
          <p:cNvPr id="30751" name="Rectangle 45"/>
          <p:cNvSpPr>
            <a:spLocks noChangeArrowheads="1"/>
          </p:cNvSpPr>
          <p:nvPr/>
        </p:nvSpPr>
        <p:spPr bwMode="auto">
          <a:xfrm rot="-5400000">
            <a:off x="-23018" y="1785144"/>
            <a:ext cx="8382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_tradnl" altLang="es-ES" sz="2200">
                <a:latin typeface="Arial" panose="020B0604020202020204" pitchFamily="34" charset="0"/>
              </a:rPr>
              <a:t>b = 0</a:t>
            </a:r>
            <a:endParaRPr lang="es-ES" altLang="es-ES" sz="2200">
              <a:latin typeface="Arial" panose="020B0604020202020204" pitchFamily="34" charset="0"/>
            </a:endParaRPr>
          </a:p>
        </p:txBody>
      </p:sp>
      <p:sp>
        <p:nvSpPr>
          <p:cNvPr id="30752" name="Rectangle 46"/>
          <p:cNvSpPr>
            <a:spLocks noChangeArrowheads="1"/>
          </p:cNvSpPr>
          <p:nvPr/>
        </p:nvSpPr>
        <p:spPr bwMode="auto">
          <a:xfrm rot="-5400000">
            <a:off x="-23018" y="3475831"/>
            <a:ext cx="8382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_tradnl" altLang="es-ES" sz="2200">
                <a:latin typeface="Arial" panose="020B0604020202020204" pitchFamily="34" charset="0"/>
              </a:rPr>
              <a:t>b = 1</a:t>
            </a:r>
            <a:endParaRPr lang="es-ES" altLang="es-ES" sz="2200">
              <a:latin typeface="Arial" panose="020B0604020202020204" pitchFamily="34" charset="0"/>
            </a:endParaRPr>
          </a:p>
        </p:txBody>
      </p:sp>
      <p:sp>
        <p:nvSpPr>
          <p:cNvPr id="30753" name="Rectangle 47"/>
          <p:cNvSpPr>
            <a:spLocks noChangeArrowheads="1"/>
          </p:cNvSpPr>
          <p:nvPr/>
        </p:nvSpPr>
        <p:spPr bwMode="auto">
          <a:xfrm rot="-5400000">
            <a:off x="-23018" y="5168106"/>
            <a:ext cx="8382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_tradnl" altLang="es-ES" sz="2200">
                <a:latin typeface="Arial" panose="020B0604020202020204" pitchFamily="34" charset="0"/>
              </a:rPr>
              <a:t>b = 2</a:t>
            </a:r>
            <a:endParaRPr lang="es-ES" altLang="es-ES" sz="22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altLang="es-ES" smtClean="0"/>
              <a:t>Preprocesado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00213"/>
            <a:ext cx="8382000" cy="4114800"/>
          </a:xfrm>
        </p:spPr>
        <p:txBody>
          <a:bodyPr/>
          <a:lstStyle/>
          <a:p>
            <a:pPr lvl="1">
              <a:lnSpc>
                <a:spcPct val="80000"/>
              </a:lnSpc>
            </a:pPr>
            <a:r>
              <a:rPr lang="es-ES_tradnl" altLang="es-ES" smtClean="0">
                <a:solidFill>
                  <a:schemeClr val="hlink"/>
                </a:solidFill>
              </a:rPr>
              <a:t>Codificación</a:t>
            </a:r>
            <a:r>
              <a:rPr lang="es-ES_tradnl" altLang="es-ES" smtClean="0"/>
              <a:t> de los datos</a:t>
            </a:r>
          </a:p>
          <a:p>
            <a:pPr lvl="1">
              <a:lnSpc>
                <a:spcPct val="80000"/>
              </a:lnSpc>
            </a:pPr>
            <a:r>
              <a:rPr lang="es-ES_tradnl" altLang="es-ES" smtClean="0"/>
              <a:t>Obtención de un </a:t>
            </a:r>
            <a:r>
              <a:rPr lang="es-ES_tradnl" altLang="es-ES" smtClean="0">
                <a:solidFill>
                  <a:schemeClr val="hlink"/>
                </a:solidFill>
              </a:rPr>
              <a:t>conjunto</a:t>
            </a:r>
            <a:r>
              <a:rPr lang="es-ES_tradnl" altLang="es-ES" smtClean="0"/>
              <a:t> </a:t>
            </a:r>
            <a:r>
              <a:rPr lang="es-ES_tradnl" altLang="es-ES" smtClean="0">
                <a:solidFill>
                  <a:schemeClr val="hlink"/>
                </a:solidFill>
              </a:rPr>
              <a:t>completo</a:t>
            </a:r>
            <a:r>
              <a:rPr lang="es-ES_tradnl" altLang="es-ES" smtClean="0"/>
              <a:t> de datos</a:t>
            </a:r>
          </a:p>
          <a:p>
            <a:pPr lvl="2">
              <a:lnSpc>
                <a:spcPct val="80000"/>
              </a:lnSpc>
            </a:pPr>
            <a:r>
              <a:rPr lang="es-ES_tradnl" altLang="es-ES" smtClean="0"/>
              <a:t>Tratamiento de datos aislados ó incorrectos</a:t>
            </a:r>
          </a:p>
          <a:p>
            <a:pPr lvl="2">
              <a:lnSpc>
                <a:spcPct val="80000"/>
              </a:lnSpc>
            </a:pPr>
            <a:r>
              <a:rPr lang="es-ES_tradnl" altLang="es-ES" smtClean="0"/>
              <a:t>Tratamiento de datos incompletos</a:t>
            </a:r>
          </a:p>
          <a:p>
            <a:pPr lvl="1">
              <a:lnSpc>
                <a:spcPct val="80000"/>
              </a:lnSpc>
            </a:pPr>
            <a:r>
              <a:rPr lang="es-ES_tradnl" altLang="es-ES" smtClean="0">
                <a:solidFill>
                  <a:schemeClr val="hlink"/>
                </a:solidFill>
              </a:rPr>
              <a:t>Normalización</a:t>
            </a:r>
          </a:p>
          <a:p>
            <a:pPr lvl="1">
              <a:lnSpc>
                <a:spcPct val="80000"/>
              </a:lnSpc>
            </a:pPr>
            <a:r>
              <a:rPr lang="es-ES_tradnl" altLang="es-ES" smtClean="0">
                <a:solidFill>
                  <a:schemeClr val="hlink"/>
                </a:solidFill>
              </a:rPr>
              <a:t>Reducción de la dimensionalidad</a:t>
            </a:r>
          </a:p>
          <a:p>
            <a:pPr lvl="2">
              <a:lnSpc>
                <a:spcPct val="80000"/>
              </a:lnSpc>
            </a:pPr>
            <a:r>
              <a:rPr lang="es-ES_tradnl" altLang="es-ES" smtClean="0"/>
              <a:t>Selección de características</a:t>
            </a:r>
          </a:p>
          <a:p>
            <a:pPr lvl="2">
              <a:lnSpc>
                <a:spcPct val="80000"/>
              </a:lnSpc>
            </a:pPr>
            <a:r>
              <a:rPr lang="es-ES_tradnl" altLang="es-ES" smtClean="0"/>
              <a:t>Combinación de características</a:t>
            </a:r>
          </a:p>
          <a:p>
            <a:pPr lvl="2">
              <a:lnSpc>
                <a:spcPct val="80000"/>
              </a:lnSpc>
            </a:pPr>
            <a:r>
              <a:rPr lang="es-ES_tradnl" altLang="es-ES" smtClean="0"/>
              <a:t>Extracción de características </a:t>
            </a:r>
          </a:p>
          <a:p>
            <a:pPr lvl="1">
              <a:lnSpc>
                <a:spcPct val="80000"/>
              </a:lnSpc>
            </a:pPr>
            <a:r>
              <a:rPr lang="es-ES_tradnl" altLang="es-ES" smtClean="0">
                <a:solidFill>
                  <a:schemeClr val="hlink"/>
                </a:solidFill>
              </a:rPr>
              <a:t>Otros</a:t>
            </a:r>
          </a:p>
          <a:p>
            <a:pPr lvl="2">
              <a:lnSpc>
                <a:spcPct val="80000"/>
              </a:lnSpc>
            </a:pPr>
            <a:r>
              <a:rPr lang="es-ES_tradnl" altLang="es-ES" smtClean="0"/>
              <a:t>Agrupamiento o Clustering: permite localizar subcategorías</a:t>
            </a:r>
          </a:p>
          <a:p>
            <a:pPr>
              <a:lnSpc>
                <a:spcPct val="80000"/>
              </a:lnSpc>
            </a:pPr>
            <a:endParaRPr lang="es-ES_tradnl" altLang="es-E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altLang="es-ES" smtClean="0"/>
              <a:t>Preprocesado</a:t>
            </a:r>
            <a:br>
              <a:rPr lang="es-ES_tradnl" altLang="es-ES" smtClean="0"/>
            </a:br>
            <a:r>
              <a:rPr lang="es-ES_tradnl" altLang="es-ES" sz="3600" smtClean="0"/>
              <a:t>Codificación</a:t>
            </a:r>
            <a:endParaRPr lang="es-ES_tradnl" altLang="es-ES" smtClean="0"/>
          </a:p>
        </p:txBody>
      </p:sp>
      <p:sp>
        <p:nvSpPr>
          <p:cNvPr id="3379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077200" cy="4114800"/>
          </a:xfrm>
        </p:spPr>
        <p:txBody>
          <a:bodyPr/>
          <a:lstStyle/>
          <a:p>
            <a:r>
              <a:rPr lang="es-ES_tradnl" altLang="es-ES" smtClean="0"/>
              <a:t>Numéricos : </a:t>
            </a:r>
            <a:r>
              <a:rPr lang="es-ES_tradnl" altLang="es-ES" sz="2800" smtClean="0"/>
              <a:t>S</a:t>
            </a:r>
            <a:r>
              <a:rPr lang="es-ES_tradnl" altLang="es-ES" sz="2400" smtClean="0"/>
              <a:t>e suelen normalizar al rango [0,1], o bien al rango [-1,1], o bien con media 0 y varianza 1</a:t>
            </a:r>
            <a:endParaRPr lang="es-ES_tradnl" altLang="es-ES" sz="2800" smtClean="0"/>
          </a:p>
          <a:p>
            <a:r>
              <a:rPr lang="es-ES_tradnl" altLang="es-ES" smtClean="0"/>
              <a:t>Ordinales : </a:t>
            </a:r>
            <a:r>
              <a:rPr lang="es-ES_tradnl" altLang="es-ES" sz="2800" smtClean="0"/>
              <a:t>Conjunto de valores discretos ordenados Ejs: {mucho, bastante, poco, nada}, {siempre, a menudo, normal, a veces, nunca}. </a:t>
            </a:r>
            <a:r>
              <a:rPr lang="es-ES_tradnl" altLang="es-ES" sz="2400" smtClean="0"/>
              <a:t>Se suelen representar como datos númericos</a:t>
            </a:r>
            <a:endParaRPr lang="es-ES_tradnl" altLang="es-ES" sz="2800" smtClean="0"/>
          </a:p>
          <a:p>
            <a:r>
              <a:rPr lang="es-ES_tradnl" altLang="es-ES" smtClean="0"/>
              <a:t>Nominales : </a:t>
            </a:r>
            <a:r>
              <a:rPr lang="es-ES_tradnl" altLang="es-ES" sz="2800" smtClean="0"/>
              <a:t>Conjunto de valores discretos no ordenados Ejs: {blanco, rojo, verde, azul, marron}. Se suelen </a:t>
            </a:r>
            <a:r>
              <a:rPr lang="es-ES_tradnl" altLang="es-ES" sz="2400" smtClean="0"/>
              <a:t>representar como N bits, uno de los cuales está a 1 y el resto a 0’s.</a:t>
            </a:r>
            <a:endParaRPr lang="es-ES_tradnl" altLang="es-ES" sz="280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/>
          <a:lstStyle/>
          <a:p>
            <a:r>
              <a:rPr lang="es-ES_tradnl" altLang="es-ES" smtClean="0"/>
              <a:t>Preprocesado </a:t>
            </a:r>
            <a:br>
              <a:rPr lang="es-ES_tradnl" altLang="es-ES" smtClean="0"/>
            </a:br>
            <a:r>
              <a:rPr lang="es-ES_tradnl" altLang="es-ES" sz="4000" smtClean="0"/>
              <a:t>Datos Aislados</a:t>
            </a:r>
            <a:endParaRPr lang="es-ES_tradnl" altLang="es-ES" smtClean="0"/>
          </a:p>
        </p:txBody>
      </p:sp>
      <p:sp>
        <p:nvSpPr>
          <p:cNvPr id="3481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305800" cy="2667000"/>
          </a:xfrm>
        </p:spPr>
        <p:txBody>
          <a:bodyPr/>
          <a:lstStyle/>
          <a:p>
            <a:r>
              <a:rPr lang="es-ES_tradnl" altLang="es-ES" sz="2800" smtClean="0"/>
              <a:t>Los datos aislados o erróneos SIEMPRE suponen un problema</a:t>
            </a:r>
          </a:p>
          <a:p>
            <a:r>
              <a:rPr lang="es-ES_tradnl" altLang="es-ES" sz="2800" smtClean="0"/>
              <a:t>La existencia de datos aislados puede invalidar totalmente una solución</a:t>
            </a:r>
          </a:p>
        </p:txBody>
      </p:sp>
      <p:grpSp>
        <p:nvGrpSpPr>
          <p:cNvPr id="34820" name="Group 1054"/>
          <p:cNvGrpSpPr>
            <a:grpSpLocks/>
          </p:cNvGrpSpPr>
          <p:nvPr/>
        </p:nvGrpSpPr>
        <p:grpSpPr bwMode="auto">
          <a:xfrm>
            <a:off x="457200" y="3810000"/>
            <a:ext cx="7848600" cy="2590800"/>
            <a:chOff x="528" y="2736"/>
            <a:chExt cx="4704" cy="1440"/>
          </a:xfrm>
        </p:grpSpPr>
        <p:sp>
          <p:nvSpPr>
            <p:cNvPr id="34821" name="Line 1028"/>
            <p:cNvSpPr>
              <a:spLocks noChangeShapeType="1"/>
            </p:cNvSpPr>
            <p:nvPr/>
          </p:nvSpPr>
          <p:spPr bwMode="auto">
            <a:xfrm flipV="1">
              <a:off x="726" y="2736"/>
              <a:ext cx="0" cy="14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34822" name="Line 1029"/>
            <p:cNvSpPr>
              <a:spLocks noChangeShapeType="1"/>
            </p:cNvSpPr>
            <p:nvPr/>
          </p:nvSpPr>
          <p:spPr bwMode="auto">
            <a:xfrm>
              <a:off x="528" y="3960"/>
              <a:ext cx="165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34823" name="Line 1030"/>
            <p:cNvSpPr>
              <a:spLocks noChangeShapeType="1"/>
            </p:cNvSpPr>
            <p:nvPr/>
          </p:nvSpPr>
          <p:spPr bwMode="auto">
            <a:xfrm flipV="1">
              <a:off x="3704" y="2736"/>
              <a:ext cx="0" cy="14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34824" name="Line 1031"/>
            <p:cNvSpPr>
              <a:spLocks noChangeShapeType="1"/>
            </p:cNvSpPr>
            <p:nvPr/>
          </p:nvSpPr>
          <p:spPr bwMode="auto">
            <a:xfrm>
              <a:off x="3505" y="3960"/>
              <a:ext cx="165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34825" name="Oval 1032"/>
            <p:cNvSpPr>
              <a:spLocks noChangeAspect="1" noChangeArrowheads="1"/>
            </p:cNvSpPr>
            <p:nvPr/>
          </p:nvSpPr>
          <p:spPr bwMode="auto">
            <a:xfrm>
              <a:off x="925" y="3672"/>
              <a:ext cx="44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4826" name="Oval 1033"/>
            <p:cNvSpPr>
              <a:spLocks noChangeAspect="1" noChangeArrowheads="1"/>
            </p:cNvSpPr>
            <p:nvPr/>
          </p:nvSpPr>
          <p:spPr bwMode="auto">
            <a:xfrm>
              <a:off x="1123" y="3744"/>
              <a:ext cx="45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4827" name="Oval 1034"/>
            <p:cNvSpPr>
              <a:spLocks noChangeAspect="1" noChangeArrowheads="1"/>
            </p:cNvSpPr>
            <p:nvPr/>
          </p:nvSpPr>
          <p:spPr bwMode="auto">
            <a:xfrm>
              <a:off x="1322" y="3528"/>
              <a:ext cx="44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4828" name="Oval 1035"/>
            <p:cNvSpPr>
              <a:spLocks noChangeAspect="1" noChangeArrowheads="1"/>
            </p:cNvSpPr>
            <p:nvPr/>
          </p:nvSpPr>
          <p:spPr bwMode="auto">
            <a:xfrm>
              <a:off x="1454" y="3600"/>
              <a:ext cx="44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4829" name="Oval 1036"/>
            <p:cNvSpPr>
              <a:spLocks noChangeAspect="1" noChangeArrowheads="1"/>
            </p:cNvSpPr>
            <p:nvPr/>
          </p:nvSpPr>
          <p:spPr bwMode="auto">
            <a:xfrm>
              <a:off x="1520" y="3456"/>
              <a:ext cx="45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4830" name="Oval 1037"/>
            <p:cNvSpPr>
              <a:spLocks noChangeAspect="1" noChangeArrowheads="1"/>
            </p:cNvSpPr>
            <p:nvPr/>
          </p:nvSpPr>
          <p:spPr bwMode="auto">
            <a:xfrm>
              <a:off x="1653" y="3528"/>
              <a:ext cx="44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4831" name="Oval 1038"/>
            <p:cNvSpPr>
              <a:spLocks noChangeAspect="1" noChangeArrowheads="1"/>
            </p:cNvSpPr>
            <p:nvPr/>
          </p:nvSpPr>
          <p:spPr bwMode="auto">
            <a:xfrm>
              <a:off x="1123" y="3600"/>
              <a:ext cx="45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4832" name="Oval 1039"/>
            <p:cNvSpPr>
              <a:spLocks noChangeAspect="1" noChangeArrowheads="1"/>
            </p:cNvSpPr>
            <p:nvPr/>
          </p:nvSpPr>
          <p:spPr bwMode="auto">
            <a:xfrm>
              <a:off x="1322" y="3672"/>
              <a:ext cx="44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4833" name="Oval 1040"/>
            <p:cNvSpPr>
              <a:spLocks noChangeAspect="1" noChangeArrowheads="1"/>
            </p:cNvSpPr>
            <p:nvPr/>
          </p:nvSpPr>
          <p:spPr bwMode="auto">
            <a:xfrm>
              <a:off x="1719" y="3384"/>
              <a:ext cx="44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4834" name="Line 1041"/>
            <p:cNvSpPr>
              <a:spLocks noChangeShapeType="1"/>
            </p:cNvSpPr>
            <p:nvPr/>
          </p:nvSpPr>
          <p:spPr bwMode="auto">
            <a:xfrm flipV="1">
              <a:off x="859" y="3312"/>
              <a:ext cx="1257" cy="5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34835" name="Oval 1042"/>
            <p:cNvSpPr>
              <a:spLocks noChangeAspect="1" noChangeArrowheads="1"/>
            </p:cNvSpPr>
            <p:nvPr/>
          </p:nvSpPr>
          <p:spPr bwMode="auto">
            <a:xfrm>
              <a:off x="3902" y="3600"/>
              <a:ext cx="44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4836" name="Oval 1043"/>
            <p:cNvSpPr>
              <a:spLocks noChangeAspect="1" noChangeArrowheads="1"/>
            </p:cNvSpPr>
            <p:nvPr/>
          </p:nvSpPr>
          <p:spPr bwMode="auto">
            <a:xfrm>
              <a:off x="4101" y="3672"/>
              <a:ext cx="44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4837" name="Oval 1044"/>
            <p:cNvSpPr>
              <a:spLocks noChangeAspect="1" noChangeArrowheads="1"/>
            </p:cNvSpPr>
            <p:nvPr/>
          </p:nvSpPr>
          <p:spPr bwMode="auto">
            <a:xfrm>
              <a:off x="4299" y="3456"/>
              <a:ext cx="44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4838" name="Oval 1045"/>
            <p:cNvSpPr>
              <a:spLocks noChangeAspect="1" noChangeArrowheads="1"/>
            </p:cNvSpPr>
            <p:nvPr/>
          </p:nvSpPr>
          <p:spPr bwMode="auto">
            <a:xfrm>
              <a:off x="4432" y="3528"/>
              <a:ext cx="44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4839" name="Oval 1046"/>
            <p:cNvSpPr>
              <a:spLocks noChangeAspect="1" noChangeArrowheads="1"/>
            </p:cNvSpPr>
            <p:nvPr/>
          </p:nvSpPr>
          <p:spPr bwMode="auto">
            <a:xfrm>
              <a:off x="4498" y="3384"/>
              <a:ext cx="44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4840" name="Oval 1047"/>
            <p:cNvSpPr>
              <a:spLocks noChangeAspect="1" noChangeArrowheads="1"/>
            </p:cNvSpPr>
            <p:nvPr/>
          </p:nvSpPr>
          <p:spPr bwMode="auto">
            <a:xfrm>
              <a:off x="4630" y="3456"/>
              <a:ext cx="44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4841" name="Oval 1048"/>
            <p:cNvSpPr>
              <a:spLocks noChangeAspect="1" noChangeArrowheads="1"/>
            </p:cNvSpPr>
            <p:nvPr/>
          </p:nvSpPr>
          <p:spPr bwMode="auto">
            <a:xfrm>
              <a:off x="4101" y="3528"/>
              <a:ext cx="44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4842" name="Oval 1049"/>
            <p:cNvSpPr>
              <a:spLocks noChangeAspect="1" noChangeArrowheads="1"/>
            </p:cNvSpPr>
            <p:nvPr/>
          </p:nvSpPr>
          <p:spPr bwMode="auto">
            <a:xfrm>
              <a:off x="4299" y="3600"/>
              <a:ext cx="44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4843" name="Oval 1050"/>
            <p:cNvSpPr>
              <a:spLocks noChangeAspect="1" noChangeArrowheads="1"/>
            </p:cNvSpPr>
            <p:nvPr/>
          </p:nvSpPr>
          <p:spPr bwMode="auto">
            <a:xfrm>
              <a:off x="4696" y="3312"/>
              <a:ext cx="44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4844" name="Oval 1051"/>
            <p:cNvSpPr>
              <a:spLocks noChangeAspect="1" noChangeArrowheads="1"/>
            </p:cNvSpPr>
            <p:nvPr/>
          </p:nvSpPr>
          <p:spPr bwMode="auto">
            <a:xfrm>
              <a:off x="5027" y="2808"/>
              <a:ext cx="44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4845" name="Line 1052"/>
            <p:cNvSpPr>
              <a:spLocks noChangeShapeType="1"/>
            </p:cNvSpPr>
            <p:nvPr/>
          </p:nvSpPr>
          <p:spPr bwMode="auto">
            <a:xfrm flipV="1">
              <a:off x="3936" y="2736"/>
              <a:ext cx="1296" cy="12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/>
          <a:lstStyle/>
          <a:p>
            <a:r>
              <a:rPr lang="es-ES_tradnl" altLang="es-ES" smtClean="0"/>
              <a:t>Preprocesado </a:t>
            </a:r>
            <a:br>
              <a:rPr lang="es-ES_tradnl" altLang="es-ES" smtClean="0"/>
            </a:br>
            <a:r>
              <a:rPr lang="es-ES_tradnl" altLang="es-ES" sz="4000" smtClean="0"/>
              <a:t>Datos Aislados : solución</a:t>
            </a:r>
            <a:endParaRPr lang="es-ES_tradnl" altLang="es-ES" smtClean="0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8686800" cy="2667000"/>
          </a:xfrm>
        </p:spPr>
        <p:txBody>
          <a:bodyPr/>
          <a:lstStyle/>
          <a:p>
            <a:r>
              <a:rPr lang="es-ES_tradnl" altLang="es-ES" sz="2800" smtClean="0"/>
              <a:t>Suponer que los datos proceden de una función de distribución normal multivariada</a:t>
            </a:r>
          </a:p>
          <a:p>
            <a:r>
              <a:rPr lang="es-ES_tradnl" altLang="es-ES" sz="2800" smtClean="0"/>
              <a:t>Estimar la media y la matriz de covarianza</a:t>
            </a:r>
          </a:p>
          <a:p>
            <a:r>
              <a:rPr lang="es-ES_tradnl" altLang="es-ES" sz="2800" smtClean="0"/>
              <a:t>Determinar aquellos datos cuya densidad de probab. correspondiente sea inferior a un cierto umbral</a:t>
            </a:r>
          </a:p>
          <a:p>
            <a:r>
              <a:rPr lang="es-ES_tradnl" altLang="es-ES" sz="2800" smtClean="0"/>
              <a:t>Eliminar dichos datos de la base de datos</a:t>
            </a:r>
          </a:p>
          <a:p>
            <a:r>
              <a:rPr lang="es-ES_tradnl" altLang="es-ES" sz="2800" smtClean="0"/>
              <a:t>De esta forma, los datos aislados o erróneos se detectan y se corrigen o se eliminan</a:t>
            </a:r>
          </a:p>
          <a:p>
            <a:r>
              <a:rPr lang="es-ES_tradnl" altLang="es-ES" sz="2800" smtClean="0"/>
              <a:t>Cabe el peligro de eliminar datos correctos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altLang="es-ES" smtClean="0"/>
              <a:t>Preprocesado </a:t>
            </a:r>
            <a:br>
              <a:rPr lang="es-ES_tradnl" altLang="es-ES" smtClean="0"/>
            </a:br>
            <a:r>
              <a:rPr lang="es-ES_tradnl" altLang="es-ES" sz="3600" smtClean="0"/>
              <a:t>Datos Incompletos</a:t>
            </a:r>
            <a:endParaRPr lang="es-ES_tradnl" altLang="es-ES" smtClean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350250" cy="4114800"/>
          </a:xfrm>
        </p:spPr>
        <p:txBody>
          <a:bodyPr/>
          <a:lstStyle/>
          <a:p>
            <a:r>
              <a:rPr lang="es-ES_tradnl" altLang="es-ES" smtClean="0"/>
              <a:t>Un problema común es la existencia de patrones con variables o características desconocidas</a:t>
            </a:r>
          </a:p>
          <a:p>
            <a:r>
              <a:rPr lang="es-ES_tradnl" altLang="es-ES" smtClean="0"/>
              <a:t>Soluciones:</a:t>
            </a:r>
          </a:p>
          <a:p>
            <a:pPr lvl="1"/>
            <a:r>
              <a:rPr lang="es-ES_tradnl" altLang="es-ES" sz="2400" smtClean="0"/>
              <a:t>Eliminar los patrones incompletos</a:t>
            </a:r>
          </a:p>
          <a:p>
            <a:pPr lvl="1"/>
            <a:r>
              <a:rPr lang="es-ES_tradnl" altLang="es-ES" sz="2400" smtClean="0"/>
              <a:t>Corregir los patrones incompletos (Imputación de datos)</a:t>
            </a:r>
          </a:p>
          <a:p>
            <a:pPr lvl="2"/>
            <a:r>
              <a:rPr lang="es-ES_tradnl" altLang="es-ES" sz="2000" smtClean="0"/>
              <a:t>relleno aleatorio</a:t>
            </a:r>
          </a:p>
          <a:p>
            <a:pPr lvl="2"/>
            <a:r>
              <a:rPr lang="es-ES_tradnl" altLang="es-ES" sz="2000" smtClean="0"/>
              <a:t>reemplazar por la media de los conocidos</a:t>
            </a:r>
          </a:p>
          <a:p>
            <a:pPr lvl="2"/>
            <a:r>
              <a:rPr lang="es-ES_tradnl" altLang="es-ES" sz="2000" smtClean="0"/>
              <a:t>modelado de una regresión y utilización posterior de ésta, para rellenar los valores perdidos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altLang="es-ES" smtClean="0"/>
              <a:t>Preprocesado </a:t>
            </a:r>
            <a:br>
              <a:rPr lang="es-ES_tradnl" altLang="es-ES" smtClean="0"/>
            </a:br>
            <a:r>
              <a:rPr lang="es-ES_tradnl" altLang="es-ES" sz="3600" smtClean="0"/>
              <a:t>Normalización (simple)</a:t>
            </a:r>
          </a:p>
        </p:txBody>
      </p:sp>
      <p:sp>
        <p:nvSpPr>
          <p:cNvPr id="37891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85800" y="1905000"/>
            <a:ext cx="7772400" cy="4114800"/>
          </a:xfrm>
        </p:spPr>
        <p:txBody>
          <a:bodyPr/>
          <a:lstStyle/>
          <a:p>
            <a:r>
              <a:rPr lang="es-ES_tradnl" altLang="es-ES" smtClean="0"/>
              <a:t>Aplica una transformación lineal para que todas las entradas tengan valores similares</a:t>
            </a:r>
          </a:p>
          <a:p>
            <a:r>
              <a:rPr lang="es-ES_tradnl" altLang="es-ES" smtClean="0"/>
              <a:t>Las opciones habituales son:</a:t>
            </a:r>
          </a:p>
          <a:p>
            <a:pPr lvl="1"/>
            <a:r>
              <a:rPr lang="es-ES_tradnl" altLang="es-ES" smtClean="0"/>
              <a:t>Datos entre 0 y 1</a:t>
            </a:r>
          </a:p>
          <a:p>
            <a:pPr lvl="1"/>
            <a:r>
              <a:rPr lang="es-ES_tradnl" altLang="es-ES" smtClean="0"/>
              <a:t>Datos entre -1 y 1</a:t>
            </a:r>
          </a:p>
          <a:p>
            <a:pPr lvl="1"/>
            <a:r>
              <a:rPr lang="es-ES_tradnl" altLang="es-ES" smtClean="0"/>
              <a:t>Datos de media 0 y varianza 1</a:t>
            </a:r>
          </a:p>
          <a:p>
            <a:pPr lvl="1">
              <a:buFontTx/>
              <a:buNone/>
            </a:pPr>
            <a:r>
              <a:rPr lang="es-ES_tradnl" altLang="es-ES" smtClean="0"/>
              <a:t>	</a:t>
            </a:r>
          </a:p>
        </p:txBody>
      </p:sp>
      <p:graphicFrame>
        <p:nvGraphicFramePr>
          <p:cNvPr id="37892" name="Object 5"/>
          <p:cNvGraphicFramePr>
            <a:graphicFrameLocks noChangeAspect="1"/>
          </p:cNvGraphicFramePr>
          <p:nvPr/>
        </p:nvGraphicFramePr>
        <p:xfrm>
          <a:off x="4514850" y="3308350"/>
          <a:ext cx="112713" cy="23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6" name="Ecuación" r:id="rId3" imgW="114201" imgH="241091" progId="Equation.3">
                  <p:embed/>
                </p:oleObj>
              </mc:Choice>
              <mc:Fallback>
                <p:oleObj name="Ecuación" r:id="rId3" imgW="114201" imgH="241091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08350"/>
                        <a:ext cx="112713" cy="239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3" name="Object 6"/>
          <p:cNvGraphicFramePr>
            <a:graphicFrameLocks noChangeAspect="1"/>
          </p:cNvGraphicFramePr>
          <p:nvPr/>
        </p:nvGraphicFramePr>
        <p:xfrm>
          <a:off x="3611563" y="5359400"/>
          <a:ext cx="1804987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7" name="Ecuación" r:id="rId5" imgW="787400" imgH="469900" progId="Equation.3">
                  <p:embed/>
                </p:oleObj>
              </mc:Choice>
              <mc:Fallback>
                <p:oleObj name="Ecuación" r:id="rId5" imgW="787400" imgH="4699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1563" y="5359400"/>
                        <a:ext cx="1804987" cy="1077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8207375" cy="1143000"/>
          </a:xfrm>
        </p:spPr>
        <p:txBody>
          <a:bodyPr/>
          <a:lstStyle/>
          <a:p>
            <a:r>
              <a:rPr lang="es-ES_tradnl" altLang="es-ES" smtClean="0"/>
              <a:t>Reducción de la Dimensionalidad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altLang="es-ES" sz="2800" smtClean="0"/>
              <a:t>Ventajas</a:t>
            </a:r>
          </a:p>
          <a:p>
            <a:pPr lvl="1"/>
            <a:r>
              <a:rPr lang="es-ES_tradnl" altLang="es-ES" sz="2400" smtClean="0"/>
              <a:t>Cuanto menor es la dimensión del espacio de entrada, menor es el </a:t>
            </a:r>
            <a:r>
              <a:rPr lang="es-ES_tradnl" altLang="es-ES" sz="2400" smtClean="0">
                <a:solidFill>
                  <a:schemeClr val="hlink"/>
                </a:solidFill>
              </a:rPr>
              <a:t>número de parámetros</a:t>
            </a:r>
            <a:r>
              <a:rPr lang="es-ES_tradnl" altLang="es-ES" sz="2400" smtClean="0"/>
              <a:t> a determinar</a:t>
            </a:r>
          </a:p>
          <a:p>
            <a:pPr lvl="1"/>
            <a:r>
              <a:rPr lang="es-ES_tradnl" altLang="es-ES" sz="2400" smtClean="0"/>
              <a:t>Mayor </a:t>
            </a:r>
            <a:r>
              <a:rPr lang="es-ES_tradnl" altLang="es-ES" sz="2400" smtClean="0">
                <a:solidFill>
                  <a:schemeClr val="hlink"/>
                </a:solidFill>
              </a:rPr>
              <a:t>velocidad</a:t>
            </a:r>
            <a:r>
              <a:rPr lang="es-ES_tradnl" altLang="es-ES" sz="2400" smtClean="0"/>
              <a:t> en el aprendizaje</a:t>
            </a:r>
          </a:p>
          <a:p>
            <a:pPr lvl="1"/>
            <a:r>
              <a:rPr lang="es-ES_tradnl" altLang="es-ES" sz="2400" smtClean="0"/>
              <a:t>Ambos parámetros tienen una </a:t>
            </a:r>
          </a:p>
          <a:p>
            <a:pPr lvl="2">
              <a:buFontTx/>
              <a:buNone/>
            </a:pPr>
            <a:r>
              <a:rPr lang="es-ES_tradnl" altLang="es-ES" smtClean="0"/>
              <a:t>dependencia cuadrática de la </a:t>
            </a:r>
          </a:p>
          <a:p>
            <a:pPr lvl="2">
              <a:buFontTx/>
              <a:buNone/>
            </a:pPr>
            <a:r>
              <a:rPr lang="es-ES_tradnl" altLang="es-ES" smtClean="0"/>
              <a:t>dimensión</a:t>
            </a:r>
          </a:p>
          <a:p>
            <a:r>
              <a:rPr lang="es-ES_tradnl" altLang="es-ES" sz="2800" smtClean="0"/>
              <a:t>Inconveniente fundamental</a:t>
            </a:r>
          </a:p>
          <a:p>
            <a:pPr lvl="1"/>
            <a:r>
              <a:rPr lang="es-ES_tradnl" altLang="es-ES" sz="2400" smtClean="0"/>
              <a:t>Al reducir la dimensión SIEMPRE se pierde información</a:t>
            </a:r>
          </a:p>
          <a:p>
            <a:pPr lvl="1"/>
            <a:endParaRPr lang="es-ES_tradnl" altLang="es-ES" sz="2400" smtClean="0"/>
          </a:p>
        </p:txBody>
      </p:sp>
      <p:grpSp>
        <p:nvGrpSpPr>
          <p:cNvPr id="38916" name="Group 4"/>
          <p:cNvGrpSpPr>
            <a:grpSpLocks/>
          </p:cNvGrpSpPr>
          <p:nvPr/>
        </p:nvGrpSpPr>
        <p:grpSpPr bwMode="auto">
          <a:xfrm>
            <a:off x="5638800" y="3306763"/>
            <a:ext cx="2590800" cy="2027237"/>
            <a:chOff x="1728" y="3168"/>
            <a:chExt cx="1104" cy="864"/>
          </a:xfrm>
        </p:grpSpPr>
        <p:sp>
          <p:nvSpPr>
            <p:cNvPr id="38917" name="Line 5"/>
            <p:cNvSpPr>
              <a:spLocks noChangeShapeType="1"/>
            </p:cNvSpPr>
            <p:nvPr/>
          </p:nvSpPr>
          <p:spPr bwMode="auto">
            <a:xfrm flipV="1">
              <a:off x="2016" y="3168"/>
              <a:ext cx="0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38918" name="Line 6"/>
            <p:cNvSpPr>
              <a:spLocks noChangeShapeType="1"/>
            </p:cNvSpPr>
            <p:nvPr/>
          </p:nvSpPr>
          <p:spPr bwMode="auto">
            <a:xfrm>
              <a:off x="2016" y="3744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38919" name="Line 7"/>
            <p:cNvSpPr>
              <a:spLocks noChangeShapeType="1"/>
            </p:cNvSpPr>
            <p:nvPr/>
          </p:nvSpPr>
          <p:spPr bwMode="auto">
            <a:xfrm flipH="1">
              <a:off x="1728" y="3744"/>
              <a:ext cx="288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38920" name="AutoShape 8"/>
            <p:cNvSpPr>
              <a:spLocks noChangeArrowheads="1"/>
            </p:cNvSpPr>
            <p:nvPr/>
          </p:nvSpPr>
          <p:spPr bwMode="auto">
            <a:xfrm>
              <a:off x="1968" y="3600"/>
              <a:ext cx="192" cy="192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8921" name="AutoShape 9"/>
            <p:cNvSpPr>
              <a:spLocks noChangeArrowheads="1"/>
            </p:cNvSpPr>
            <p:nvPr/>
          </p:nvSpPr>
          <p:spPr bwMode="auto">
            <a:xfrm>
              <a:off x="2112" y="3600"/>
              <a:ext cx="192" cy="192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8922" name="AutoShape 10"/>
            <p:cNvSpPr>
              <a:spLocks noChangeArrowheads="1"/>
            </p:cNvSpPr>
            <p:nvPr/>
          </p:nvSpPr>
          <p:spPr bwMode="auto">
            <a:xfrm>
              <a:off x="1920" y="3648"/>
              <a:ext cx="192" cy="192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8923" name="AutoShape 11"/>
            <p:cNvSpPr>
              <a:spLocks noChangeArrowheads="1"/>
            </p:cNvSpPr>
            <p:nvPr/>
          </p:nvSpPr>
          <p:spPr bwMode="auto">
            <a:xfrm>
              <a:off x="2256" y="3600"/>
              <a:ext cx="192" cy="192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8924" name="AutoShape 12"/>
            <p:cNvSpPr>
              <a:spLocks noChangeArrowheads="1"/>
            </p:cNvSpPr>
            <p:nvPr/>
          </p:nvSpPr>
          <p:spPr bwMode="auto">
            <a:xfrm>
              <a:off x="1968" y="3456"/>
              <a:ext cx="192" cy="192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8925" name="AutoShape 13"/>
            <p:cNvSpPr>
              <a:spLocks noChangeArrowheads="1"/>
            </p:cNvSpPr>
            <p:nvPr/>
          </p:nvSpPr>
          <p:spPr bwMode="auto">
            <a:xfrm>
              <a:off x="1872" y="3696"/>
              <a:ext cx="192" cy="192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8926" name="AutoShape 14"/>
            <p:cNvSpPr>
              <a:spLocks noChangeArrowheads="1"/>
            </p:cNvSpPr>
            <p:nvPr/>
          </p:nvSpPr>
          <p:spPr bwMode="auto">
            <a:xfrm>
              <a:off x="2112" y="3456"/>
              <a:ext cx="192" cy="192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8927" name="AutoShape 15"/>
            <p:cNvSpPr>
              <a:spLocks noChangeArrowheads="1"/>
            </p:cNvSpPr>
            <p:nvPr/>
          </p:nvSpPr>
          <p:spPr bwMode="auto">
            <a:xfrm>
              <a:off x="2064" y="3648"/>
              <a:ext cx="192" cy="192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38928" name="AutoShape 16"/>
            <p:cNvSpPr>
              <a:spLocks noChangeArrowheads="1"/>
            </p:cNvSpPr>
            <p:nvPr/>
          </p:nvSpPr>
          <p:spPr bwMode="auto">
            <a:xfrm>
              <a:off x="1968" y="3312"/>
              <a:ext cx="192" cy="192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4"/>
          <p:cNvSpPr>
            <a:spLocks noGrp="1" noChangeArrowheads="1"/>
          </p:cNvSpPr>
          <p:nvPr>
            <p:ph type="title"/>
          </p:nvPr>
        </p:nvSpPr>
        <p:spPr>
          <a:xfrm>
            <a:off x="539750" y="620713"/>
            <a:ext cx="8205788" cy="1143000"/>
          </a:xfrm>
        </p:spPr>
        <p:txBody>
          <a:bodyPr/>
          <a:lstStyle/>
          <a:p>
            <a:r>
              <a:rPr lang="es-ES_tradnl" altLang="es-ES" smtClean="0"/>
              <a:t>Reducción de la Dimensionalidad</a:t>
            </a:r>
            <a:br>
              <a:rPr lang="es-ES_tradnl" altLang="es-ES" smtClean="0"/>
            </a:br>
            <a:r>
              <a:rPr lang="es-ES_tradnl" altLang="es-ES" sz="3600" smtClean="0"/>
              <a:t>Selección de características</a:t>
            </a:r>
            <a:endParaRPr lang="es-ES_tradnl" altLang="es-ES" smtClean="0"/>
          </a:p>
        </p:txBody>
      </p:sp>
      <p:sp>
        <p:nvSpPr>
          <p:cNvPr id="3993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altLang="es-ES" smtClean="0"/>
              <a:t>Es la </a:t>
            </a:r>
            <a:r>
              <a:rPr lang="es-ES_tradnl" altLang="es-ES" smtClean="0">
                <a:solidFill>
                  <a:schemeClr val="hlink"/>
                </a:solidFill>
              </a:rPr>
              <a:t>selección</a:t>
            </a:r>
            <a:r>
              <a:rPr lang="es-ES_tradnl" altLang="es-ES" smtClean="0"/>
              <a:t> de aquellas características que influyen en el problema, y desechar aquellas que no lo hacen</a:t>
            </a:r>
          </a:p>
          <a:p>
            <a:r>
              <a:rPr lang="es-ES_tradnl" altLang="es-ES" smtClean="0"/>
              <a:t>Los métodos más usuales son:</a:t>
            </a:r>
          </a:p>
          <a:p>
            <a:pPr lvl="1"/>
            <a:r>
              <a:rPr lang="es-ES_tradnl" altLang="es-ES" smtClean="0"/>
              <a:t>Métodos exhaustivos</a:t>
            </a:r>
          </a:p>
          <a:p>
            <a:pPr lvl="1"/>
            <a:r>
              <a:rPr lang="es-ES_tradnl" altLang="es-ES" smtClean="0"/>
              <a:t>Selección por pasos</a:t>
            </a:r>
          </a:p>
          <a:p>
            <a:endParaRPr lang="es-ES_tradnl" altLang="es-E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609600"/>
            <a:ext cx="7989887" cy="1143000"/>
          </a:xfrm>
        </p:spPr>
        <p:txBody>
          <a:bodyPr/>
          <a:lstStyle/>
          <a:p>
            <a:r>
              <a:rPr lang="es-ES_tradnl" altLang="es-ES" smtClean="0"/>
              <a:t>Reducción de la Dimensionalidad</a:t>
            </a:r>
            <a:br>
              <a:rPr lang="es-ES_tradnl" altLang="es-ES" smtClean="0"/>
            </a:br>
            <a:r>
              <a:rPr lang="es-ES_tradnl" altLang="es-ES" sz="3600" smtClean="0"/>
              <a:t>Selección:</a:t>
            </a:r>
            <a:r>
              <a:rPr lang="es-ES_tradnl" altLang="es-ES" smtClean="0"/>
              <a:t> </a:t>
            </a:r>
            <a:r>
              <a:rPr lang="es-ES_tradnl" altLang="es-ES" sz="3600" smtClean="0"/>
              <a:t>exhaustiva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altLang="es-ES" smtClean="0"/>
              <a:t>Consiste en buscar de forma exhaustiva las m mejores características (m&lt;d) de entre las d características originales</a:t>
            </a:r>
          </a:p>
          <a:p>
            <a:r>
              <a:rPr lang="es-ES_tradnl" altLang="es-ES" smtClean="0"/>
              <a:t>El proceso exige seleccionar de todas las formas posibles d elementos tomados de m en m, igual por tanto a : </a:t>
            </a:r>
          </a:p>
          <a:p>
            <a:pPr>
              <a:buFontTx/>
              <a:buNone/>
            </a:pPr>
            <a:r>
              <a:rPr lang="es-ES_tradnl" altLang="es-ES" smtClean="0"/>
              <a:t>				d</a:t>
            </a:r>
          </a:p>
          <a:p>
            <a:pPr>
              <a:buFontTx/>
              <a:buNone/>
            </a:pPr>
            <a:r>
              <a:rPr lang="es-ES_tradnl" altLang="es-ES" smtClean="0"/>
              <a:t>				m</a:t>
            </a:r>
          </a:p>
        </p:txBody>
      </p:sp>
      <p:sp>
        <p:nvSpPr>
          <p:cNvPr id="40964" name="AutoShape 4"/>
          <p:cNvSpPr>
            <a:spLocks/>
          </p:cNvSpPr>
          <p:nvPr/>
        </p:nvSpPr>
        <p:spPr bwMode="auto">
          <a:xfrm>
            <a:off x="3200400" y="5181600"/>
            <a:ext cx="152400" cy="990600"/>
          </a:xfrm>
          <a:prstGeom prst="leftBracket">
            <a:avLst>
              <a:gd name="adj" fmla="val 54167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0965" name="AutoShape 5"/>
          <p:cNvSpPr>
            <a:spLocks/>
          </p:cNvSpPr>
          <p:nvPr/>
        </p:nvSpPr>
        <p:spPr bwMode="auto">
          <a:xfrm flipH="1">
            <a:off x="3962400" y="5181600"/>
            <a:ext cx="152400" cy="990600"/>
          </a:xfrm>
          <a:prstGeom prst="leftBracket">
            <a:avLst>
              <a:gd name="adj" fmla="val 54167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8134350" cy="1143000"/>
          </a:xfrm>
        </p:spPr>
        <p:txBody>
          <a:bodyPr/>
          <a:lstStyle/>
          <a:p>
            <a:r>
              <a:rPr lang="es-ES_tradnl" altLang="es-ES" smtClean="0"/>
              <a:t>Reducción de la Dimensionalidad </a:t>
            </a:r>
            <a:br>
              <a:rPr lang="es-ES_tradnl" altLang="es-ES" smtClean="0"/>
            </a:br>
            <a:r>
              <a:rPr lang="es-ES_tradnl" altLang="es-ES" sz="3600" smtClean="0"/>
              <a:t>Selección : por pasos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altLang="es-ES" smtClean="0"/>
              <a:t>Incremental</a:t>
            </a:r>
          </a:p>
          <a:p>
            <a:pPr lvl="2"/>
            <a:r>
              <a:rPr lang="es-ES_tradnl" altLang="es-ES" smtClean="0"/>
              <a:t>Seleccionar la característica que aumenta más la tasa de reconocimiento</a:t>
            </a:r>
          </a:p>
          <a:p>
            <a:pPr lvl="2"/>
            <a:r>
              <a:rPr lang="es-ES_tradnl" altLang="es-ES" smtClean="0"/>
              <a:t>Añadir la siguiente mejor combinada con la anterior</a:t>
            </a:r>
          </a:p>
          <a:p>
            <a:pPr lvl="2"/>
            <a:r>
              <a:rPr lang="es-ES_tradnl" altLang="es-ES" smtClean="0"/>
              <a:t>etc. , etc.</a:t>
            </a:r>
          </a:p>
          <a:p>
            <a:r>
              <a:rPr lang="es-ES_tradnl" altLang="es-ES" smtClean="0"/>
              <a:t>Decremental</a:t>
            </a:r>
          </a:p>
          <a:p>
            <a:pPr lvl="2"/>
            <a:r>
              <a:rPr lang="es-ES_tradnl" altLang="es-ES" smtClean="0"/>
              <a:t>Eliminar la característica que menos reduce la tasa de reconocimiento</a:t>
            </a:r>
          </a:p>
          <a:p>
            <a:pPr lvl="2"/>
            <a:r>
              <a:rPr lang="es-ES_tradnl" altLang="es-ES" smtClean="0"/>
              <a:t>Eliminar la siguiente peor combinada con la anterior</a:t>
            </a:r>
          </a:p>
          <a:p>
            <a:pPr lvl="2"/>
            <a:r>
              <a:rPr lang="es-ES_tradnl" altLang="es-ES" smtClean="0"/>
              <a:t>etc. , etc.</a:t>
            </a:r>
          </a:p>
          <a:p>
            <a:pPr lvl="2"/>
            <a:endParaRPr lang="es-ES_tradnl" altLang="es-E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8207375" cy="1143000"/>
          </a:xfrm>
        </p:spPr>
        <p:txBody>
          <a:bodyPr/>
          <a:lstStyle/>
          <a:p>
            <a:r>
              <a:rPr lang="es-ES_tradnl" altLang="es-ES" smtClean="0"/>
              <a:t>Reducción de la Dimensionalidad</a:t>
            </a:r>
            <a:br>
              <a:rPr lang="es-ES_tradnl" altLang="es-ES" smtClean="0"/>
            </a:br>
            <a:r>
              <a:rPr lang="es-ES_tradnl" altLang="es-ES" sz="3600" smtClean="0"/>
              <a:t>Combinación de características</a:t>
            </a:r>
            <a:endParaRPr lang="es-ES_tradnl" altLang="es-ES" smtClean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altLang="es-ES" sz="2800" smtClean="0"/>
              <a:t>Es la </a:t>
            </a:r>
            <a:r>
              <a:rPr lang="es-ES_tradnl" altLang="es-ES" sz="2800" smtClean="0">
                <a:solidFill>
                  <a:schemeClr val="hlink"/>
                </a:solidFill>
              </a:rPr>
              <a:t>transformación</a:t>
            </a:r>
            <a:r>
              <a:rPr lang="es-ES_tradnl" altLang="es-ES" sz="2800" smtClean="0"/>
              <a:t> de las características originales en otras más eficientes, obteniéndose una nueva representación.</a:t>
            </a:r>
          </a:p>
          <a:p>
            <a:r>
              <a:rPr lang="es-ES_tradnl" altLang="es-ES" sz="2800" smtClean="0"/>
              <a:t>Este proceso suele conllevar una </a:t>
            </a:r>
            <a:r>
              <a:rPr lang="es-ES_tradnl" altLang="es-ES" sz="2800" smtClean="0">
                <a:solidFill>
                  <a:schemeClr val="hlink"/>
                </a:solidFill>
              </a:rPr>
              <a:t>reducción en la dimensión</a:t>
            </a:r>
            <a:r>
              <a:rPr lang="es-ES_tradnl" altLang="es-ES" sz="2800" smtClean="0"/>
              <a:t> del espacio de entrada</a:t>
            </a:r>
          </a:p>
          <a:p>
            <a:r>
              <a:rPr lang="es-ES_tradnl" altLang="es-ES" sz="2800" smtClean="0"/>
              <a:t>Los métodos más usuales son:</a:t>
            </a:r>
          </a:p>
          <a:p>
            <a:pPr lvl="1"/>
            <a:r>
              <a:rPr lang="es-ES_tradnl" altLang="es-ES" sz="2400" smtClean="0"/>
              <a:t>Transformaciones lineales : PCA, Fisher</a:t>
            </a:r>
          </a:p>
          <a:p>
            <a:pPr lvl="1"/>
            <a:r>
              <a:rPr lang="es-ES_tradnl" altLang="es-ES" sz="2400" smtClean="0"/>
              <a:t>Transformaciones no lineales : ICA</a:t>
            </a:r>
          </a:p>
          <a:p>
            <a:endParaRPr lang="es-ES_tradnl" altLang="es-ES" sz="2800" smtClean="0"/>
          </a:p>
          <a:p>
            <a:endParaRPr lang="es-ES_tradnl" altLang="es-ES" sz="2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609600"/>
            <a:ext cx="8062912" cy="1143000"/>
          </a:xfrm>
        </p:spPr>
        <p:txBody>
          <a:bodyPr/>
          <a:lstStyle/>
          <a:p>
            <a:r>
              <a:rPr lang="es-ES_tradnl" altLang="es-ES" smtClean="0"/>
              <a:t>Reducción de la Dimensionalidad</a:t>
            </a:r>
            <a:br>
              <a:rPr lang="es-ES_tradnl" altLang="es-ES" smtClean="0"/>
            </a:br>
            <a:r>
              <a:rPr lang="es-ES_tradnl" altLang="es-ES" sz="3600" smtClean="0"/>
              <a:t>Combinación de características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altLang="es-ES" smtClean="0"/>
              <a:t>Lineal</a:t>
            </a:r>
          </a:p>
          <a:p>
            <a:pPr lvl="1"/>
            <a:r>
              <a:rPr lang="es-ES_tradnl" altLang="es-ES" smtClean="0"/>
              <a:t>Consiste en buscar una matriz W</a:t>
            </a:r>
            <a:r>
              <a:rPr lang="es-ES_tradnl" altLang="es-ES" baseline="-25000" smtClean="0"/>
              <a:t>m x d</a:t>
            </a:r>
            <a:r>
              <a:rPr lang="es-ES_tradnl" altLang="es-ES" smtClean="0"/>
              <a:t>, tal que</a:t>
            </a:r>
          </a:p>
          <a:p>
            <a:pPr lvl="1">
              <a:buFontTx/>
              <a:buNone/>
            </a:pPr>
            <a:r>
              <a:rPr lang="es-ES_tradnl" altLang="es-ES" smtClean="0"/>
              <a:t>				x’ = W * x</a:t>
            </a:r>
          </a:p>
          <a:p>
            <a:pPr lvl="1"/>
            <a:r>
              <a:rPr lang="es-ES_tradnl" altLang="es-ES" smtClean="0"/>
              <a:t>Existen dos métodos básicos :</a:t>
            </a:r>
          </a:p>
          <a:p>
            <a:pPr lvl="2"/>
            <a:r>
              <a:rPr lang="es-ES_tradnl" altLang="es-ES" smtClean="0"/>
              <a:t>Transformaciones de incorrelación (PCA)</a:t>
            </a:r>
          </a:p>
          <a:p>
            <a:pPr lvl="2"/>
            <a:r>
              <a:rPr lang="es-ES_tradnl" altLang="es-ES" smtClean="0"/>
              <a:t>Transformaciones discriminantes (Fisher)</a:t>
            </a:r>
          </a:p>
          <a:p>
            <a:r>
              <a:rPr lang="es-ES_tradnl" altLang="es-ES" smtClean="0"/>
              <a:t>No lineal</a:t>
            </a:r>
          </a:p>
          <a:p>
            <a:pPr lvl="1"/>
            <a:r>
              <a:rPr lang="es-ES_tradnl" altLang="es-ES" smtClean="0"/>
              <a:t>Sistemas muy complejos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404813"/>
            <a:ext cx="7989887" cy="1143000"/>
          </a:xfrm>
        </p:spPr>
        <p:txBody>
          <a:bodyPr/>
          <a:lstStyle/>
          <a:p>
            <a:r>
              <a:rPr lang="es-ES_tradnl" altLang="es-ES" smtClean="0"/>
              <a:t>Reducción de la Dimensionalidad</a:t>
            </a:r>
            <a:r>
              <a:rPr lang="es-ES_tradnl" altLang="es-ES" sz="4000" smtClean="0"/>
              <a:t> </a:t>
            </a:r>
            <a:br>
              <a:rPr lang="es-ES_tradnl" altLang="es-ES" sz="4000" smtClean="0"/>
            </a:br>
            <a:r>
              <a:rPr lang="es-ES_tradnl" altLang="es-ES" sz="3200" smtClean="0"/>
              <a:t>PCA – Principal Components Analysis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76400"/>
            <a:ext cx="8839200" cy="4114800"/>
          </a:xfrm>
        </p:spPr>
        <p:txBody>
          <a:bodyPr/>
          <a:lstStyle/>
          <a:p>
            <a:r>
              <a:rPr lang="es-ES_tradnl" altLang="es-ES" sz="2800" smtClean="0"/>
              <a:t>El objetivo es realizar una transformación lineal que cumpla que :</a:t>
            </a:r>
          </a:p>
          <a:p>
            <a:pPr lvl="1"/>
            <a:r>
              <a:rPr lang="es-ES_tradnl" altLang="es-ES" sz="2400" smtClean="0"/>
              <a:t>Las características transformadas están incorreladas</a:t>
            </a:r>
          </a:p>
          <a:p>
            <a:pPr lvl="1"/>
            <a:r>
              <a:rPr lang="es-ES_tradnl" altLang="es-ES" sz="2400" smtClean="0"/>
              <a:t>Debe conservar al máximo la varianza de los datos</a:t>
            </a:r>
          </a:p>
          <a:p>
            <a:r>
              <a:rPr lang="es-ES_tradnl" altLang="es-ES" sz="2800" smtClean="0"/>
              <a:t>El método clásico es el Análisis de Componentes Principales (PCA)</a:t>
            </a:r>
          </a:p>
          <a:p>
            <a:pPr lvl="1"/>
            <a:endParaRPr lang="es-ES_tradnl" altLang="es-ES" sz="2400" smtClean="0"/>
          </a:p>
        </p:txBody>
      </p:sp>
      <p:grpSp>
        <p:nvGrpSpPr>
          <p:cNvPr id="45060" name="Group 4"/>
          <p:cNvGrpSpPr>
            <a:grpSpLocks/>
          </p:cNvGrpSpPr>
          <p:nvPr/>
        </p:nvGrpSpPr>
        <p:grpSpPr bwMode="auto">
          <a:xfrm>
            <a:off x="4495800" y="4114800"/>
            <a:ext cx="1905000" cy="990600"/>
            <a:chOff x="2544" y="2880"/>
            <a:chExt cx="1200" cy="624"/>
          </a:xfrm>
        </p:grpSpPr>
        <p:sp>
          <p:nvSpPr>
            <p:cNvPr id="45096" name="Oval 5"/>
            <p:cNvSpPr>
              <a:spLocks noChangeArrowheads="1"/>
            </p:cNvSpPr>
            <p:nvPr/>
          </p:nvSpPr>
          <p:spPr bwMode="auto">
            <a:xfrm>
              <a:off x="3024" y="2928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097" name="Oval 6"/>
            <p:cNvSpPr>
              <a:spLocks noChangeArrowheads="1"/>
            </p:cNvSpPr>
            <p:nvPr/>
          </p:nvSpPr>
          <p:spPr bwMode="auto">
            <a:xfrm>
              <a:off x="3120" y="3024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098" name="Oval 7"/>
            <p:cNvSpPr>
              <a:spLocks noChangeArrowheads="1"/>
            </p:cNvSpPr>
            <p:nvPr/>
          </p:nvSpPr>
          <p:spPr bwMode="auto">
            <a:xfrm>
              <a:off x="3216" y="3120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099" name="Oval 8"/>
            <p:cNvSpPr>
              <a:spLocks noChangeArrowheads="1"/>
            </p:cNvSpPr>
            <p:nvPr/>
          </p:nvSpPr>
          <p:spPr bwMode="auto">
            <a:xfrm>
              <a:off x="3360" y="2880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100" name="Oval 9"/>
            <p:cNvSpPr>
              <a:spLocks noChangeArrowheads="1"/>
            </p:cNvSpPr>
            <p:nvPr/>
          </p:nvSpPr>
          <p:spPr bwMode="auto">
            <a:xfrm>
              <a:off x="3024" y="3168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101" name="Oval 10"/>
            <p:cNvSpPr>
              <a:spLocks noChangeArrowheads="1"/>
            </p:cNvSpPr>
            <p:nvPr/>
          </p:nvSpPr>
          <p:spPr bwMode="auto">
            <a:xfrm>
              <a:off x="3216" y="2976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102" name="Oval 11"/>
            <p:cNvSpPr>
              <a:spLocks noChangeArrowheads="1"/>
            </p:cNvSpPr>
            <p:nvPr/>
          </p:nvSpPr>
          <p:spPr bwMode="auto">
            <a:xfrm>
              <a:off x="3216" y="2880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103" name="Oval 12"/>
            <p:cNvSpPr>
              <a:spLocks noChangeArrowheads="1"/>
            </p:cNvSpPr>
            <p:nvPr/>
          </p:nvSpPr>
          <p:spPr bwMode="auto">
            <a:xfrm>
              <a:off x="2976" y="3024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104" name="Oval 13"/>
            <p:cNvSpPr>
              <a:spLocks noChangeArrowheads="1"/>
            </p:cNvSpPr>
            <p:nvPr/>
          </p:nvSpPr>
          <p:spPr bwMode="auto">
            <a:xfrm>
              <a:off x="3360" y="2976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105" name="Oval 14"/>
            <p:cNvSpPr>
              <a:spLocks noChangeArrowheads="1"/>
            </p:cNvSpPr>
            <p:nvPr/>
          </p:nvSpPr>
          <p:spPr bwMode="auto">
            <a:xfrm>
              <a:off x="3456" y="3072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106" name="Oval 15"/>
            <p:cNvSpPr>
              <a:spLocks noChangeArrowheads="1"/>
            </p:cNvSpPr>
            <p:nvPr/>
          </p:nvSpPr>
          <p:spPr bwMode="auto">
            <a:xfrm>
              <a:off x="3552" y="3168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107" name="Oval 16"/>
            <p:cNvSpPr>
              <a:spLocks noChangeArrowheads="1"/>
            </p:cNvSpPr>
            <p:nvPr/>
          </p:nvSpPr>
          <p:spPr bwMode="auto">
            <a:xfrm>
              <a:off x="3696" y="2976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108" name="Oval 17"/>
            <p:cNvSpPr>
              <a:spLocks noChangeArrowheads="1"/>
            </p:cNvSpPr>
            <p:nvPr/>
          </p:nvSpPr>
          <p:spPr bwMode="auto">
            <a:xfrm>
              <a:off x="3360" y="3216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109" name="Oval 18"/>
            <p:cNvSpPr>
              <a:spLocks noChangeArrowheads="1"/>
            </p:cNvSpPr>
            <p:nvPr/>
          </p:nvSpPr>
          <p:spPr bwMode="auto">
            <a:xfrm>
              <a:off x="3552" y="3024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110" name="Oval 19"/>
            <p:cNvSpPr>
              <a:spLocks noChangeArrowheads="1"/>
            </p:cNvSpPr>
            <p:nvPr/>
          </p:nvSpPr>
          <p:spPr bwMode="auto">
            <a:xfrm>
              <a:off x="3552" y="2928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111" name="Oval 20"/>
            <p:cNvSpPr>
              <a:spLocks noChangeArrowheads="1"/>
            </p:cNvSpPr>
            <p:nvPr/>
          </p:nvSpPr>
          <p:spPr bwMode="auto">
            <a:xfrm>
              <a:off x="3312" y="3072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112" name="Oval 21"/>
            <p:cNvSpPr>
              <a:spLocks noChangeArrowheads="1"/>
            </p:cNvSpPr>
            <p:nvPr/>
          </p:nvSpPr>
          <p:spPr bwMode="auto">
            <a:xfrm>
              <a:off x="2592" y="3168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113" name="Oval 22"/>
            <p:cNvSpPr>
              <a:spLocks noChangeArrowheads="1"/>
            </p:cNvSpPr>
            <p:nvPr/>
          </p:nvSpPr>
          <p:spPr bwMode="auto">
            <a:xfrm>
              <a:off x="2688" y="3264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114" name="Oval 23"/>
            <p:cNvSpPr>
              <a:spLocks noChangeArrowheads="1"/>
            </p:cNvSpPr>
            <p:nvPr/>
          </p:nvSpPr>
          <p:spPr bwMode="auto">
            <a:xfrm>
              <a:off x="2784" y="3360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115" name="Oval 24"/>
            <p:cNvSpPr>
              <a:spLocks noChangeArrowheads="1"/>
            </p:cNvSpPr>
            <p:nvPr/>
          </p:nvSpPr>
          <p:spPr bwMode="auto">
            <a:xfrm>
              <a:off x="2928" y="3120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116" name="Oval 25"/>
            <p:cNvSpPr>
              <a:spLocks noChangeArrowheads="1"/>
            </p:cNvSpPr>
            <p:nvPr/>
          </p:nvSpPr>
          <p:spPr bwMode="auto">
            <a:xfrm>
              <a:off x="2592" y="3408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117" name="Oval 26"/>
            <p:cNvSpPr>
              <a:spLocks noChangeArrowheads="1"/>
            </p:cNvSpPr>
            <p:nvPr/>
          </p:nvSpPr>
          <p:spPr bwMode="auto">
            <a:xfrm>
              <a:off x="2784" y="3216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118" name="Oval 27"/>
            <p:cNvSpPr>
              <a:spLocks noChangeArrowheads="1"/>
            </p:cNvSpPr>
            <p:nvPr/>
          </p:nvSpPr>
          <p:spPr bwMode="auto">
            <a:xfrm>
              <a:off x="2784" y="3120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119" name="Oval 28"/>
            <p:cNvSpPr>
              <a:spLocks noChangeArrowheads="1"/>
            </p:cNvSpPr>
            <p:nvPr/>
          </p:nvSpPr>
          <p:spPr bwMode="auto">
            <a:xfrm>
              <a:off x="2544" y="3264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120" name="Oval 29"/>
            <p:cNvSpPr>
              <a:spLocks noChangeArrowheads="1"/>
            </p:cNvSpPr>
            <p:nvPr/>
          </p:nvSpPr>
          <p:spPr bwMode="auto">
            <a:xfrm>
              <a:off x="2928" y="3216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121" name="Oval 30"/>
            <p:cNvSpPr>
              <a:spLocks noChangeArrowheads="1"/>
            </p:cNvSpPr>
            <p:nvPr/>
          </p:nvSpPr>
          <p:spPr bwMode="auto">
            <a:xfrm>
              <a:off x="3024" y="3312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122" name="Oval 31"/>
            <p:cNvSpPr>
              <a:spLocks noChangeArrowheads="1"/>
            </p:cNvSpPr>
            <p:nvPr/>
          </p:nvSpPr>
          <p:spPr bwMode="auto">
            <a:xfrm>
              <a:off x="3120" y="3408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123" name="Oval 32"/>
            <p:cNvSpPr>
              <a:spLocks noChangeArrowheads="1"/>
            </p:cNvSpPr>
            <p:nvPr/>
          </p:nvSpPr>
          <p:spPr bwMode="auto">
            <a:xfrm>
              <a:off x="3264" y="3216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124" name="Oval 33"/>
            <p:cNvSpPr>
              <a:spLocks noChangeArrowheads="1"/>
            </p:cNvSpPr>
            <p:nvPr/>
          </p:nvSpPr>
          <p:spPr bwMode="auto">
            <a:xfrm>
              <a:off x="2928" y="3456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125" name="Oval 34"/>
            <p:cNvSpPr>
              <a:spLocks noChangeArrowheads="1"/>
            </p:cNvSpPr>
            <p:nvPr/>
          </p:nvSpPr>
          <p:spPr bwMode="auto">
            <a:xfrm>
              <a:off x="3120" y="3264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126" name="Oval 35"/>
            <p:cNvSpPr>
              <a:spLocks noChangeArrowheads="1"/>
            </p:cNvSpPr>
            <p:nvPr/>
          </p:nvSpPr>
          <p:spPr bwMode="auto">
            <a:xfrm>
              <a:off x="3120" y="3168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127" name="Oval 36"/>
            <p:cNvSpPr>
              <a:spLocks noChangeArrowheads="1"/>
            </p:cNvSpPr>
            <p:nvPr/>
          </p:nvSpPr>
          <p:spPr bwMode="auto">
            <a:xfrm>
              <a:off x="2880" y="3312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</p:grpSp>
      <p:grpSp>
        <p:nvGrpSpPr>
          <p:cNvPr id="45061" name="Group 37"/>
          <p:cNvGrpSpPr>
            <a:grpSpLocks/>
          </p:cNvGrpSpPr>
          <p:nvPr/>
        </p:nvGrpSpPr>
        <p:grpSpPr bwMode="auto">
          <a:xfrm>
            <a:off x="2743200" y="4800600"/>
            <a:ext cx="1905000" cy="990600"/>
            <a:chOff x="2640" y="2976"/>
            <a:chExt cx="1200" cy="624"/>
          </a:xfrm>
        </p:grpSpPr>
        <p:sp>
          <p:nvSpPr>
            <p:cNvPr id="45064" name="Oval 38"/>
            <p:cNvSpPr>
              <a:spLocks noChangeArrowheads="1"/>
            </p:cNvSpPr>
            <p:nvPr/>
          </p:nvSpPr>
          <p:spPr bwMode="auto">
            <a:xfrm>
              <a:off x="3120" y="3024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065" name="Oval 39"/>
            <p:cNvSpPr>
              <a:spLocks noChangeArrowheads="1"/>
            </p:cNvSpPr>
            <p:nvPr/>
          </p:nvSpPr>
          <p:spPr bwMode="auto">
            <a:xfrm>
              <a:off x="3216" y="3120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066" name="Oval 40"/>
            <p:cNvSpPr>
              <a:spLocks noChangeArrowheads="1"/>
            </p:cNvSpPr>
            <p:nvPr/>
          </p:nvSpPr>
          <p:spPr bwMode="auto">
            <a:xfrm>
              <a:off x="3312" y="3216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067" name="Oval 41"/>
            <p:cNvSpPr>
              <a:spLocks noChangeArrowheads="1"/>
            </p:cNvSpPr>
            <p:nvPr/>
          </p:nvSpPr>
          <p:spPr bwMode="auto">
            <a:xfrm>
              <a:off x="3456" y="2976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068" name="Oval 42"/>
            <p:cNvSpPr>
              <a:spLocks noChangeArrowheads="1"/>
            </p:cNvSpPr>
            <p:nvPr/>
          </p:nvSpPr>
          <p:spPr bwMode="auto">
            <a:xfrm>
              <a:off x="3120" y="3264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069" name="Oval 43"/>
            <p:cNvSpPr>
              <a:spLocks noChangeArrowheads="1"/>
            </p:cNvSpPr>
            <p:nvPr/>
          </p:nvSpPr>
          <p:spPr bwMode="auto">
            <a:xfrm>
              <a:off x="3312" y="3072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070" name="Oval 44"/>
            <p:cNvSpPr>
              <a:spLocks noChangeArrowheads="1"/>
            </p:cNvSpPr>
            <p:nvPr/>
          </p:nvSpPr>
          <p:spPr bwMode="auto">
            <a:xfrm>
              <a:off x="3312" y="2976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071" name="Oval 45"/>
            <p:cNvSpPr>
              <a:spLocks noChangeArrowheads="1"/>
            </p:cNvSpPr>
            <p:nvPr/>
          </p:nvSpPr>
          <p:spPr bwMode="auto">
            <a:xfrm>
              <a:off x="3072" y="3120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072" name="Oval 46"/>
            <p:cNvSpPr>
              <a:spLocks noChangeArrowheads="1"/>
            </p:cNvSpPr>
            <p:nvPr/>
          </p:nvSpPr>
          <p:spPr bwMode="auto">
            <a:xfrm>
              <a:off x="3456" y="3072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073" name="Oval 47"/>
            <p:cNvSpPr>
              <a:spLocks noChangeArrowheads="1"/>
            </p:cNvSpPr>
            <p:nvPr/>
          </p:nvSpPr>
          <p:spPr bwMode="auto">
            <a:xfrm>
              <a:off x="3552" y="3168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074" name="Oval 48"/>
            <p:cNvSpPr>
              <a:spLocks noChangeArrowheads="1"/>
            </p:cNvSpPr>
            <p:nvPr/>
          </p:nvSpPr>
          <p:spPr bwMode="auto">
            <a:xfrm>
              <a:off x="3648" y="3264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075" name="Oval 49"/>
            <p:cNvSpPr>
              <a:spLocks noChangeArrowheads="1"/>
            </p:cNvSpPr>
            <p:nvPr/>
          </p:nvSpPr>
          <p:spPr bwMode="auto">
            <a:xfrm>
              <a:off x="3792" y="3072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076" name="Oval 50"/>
            <p:cNvSpPr>
              <a:spLocks noChangeArrowheads="1"/>
            </p:cNvSpPr>
            <p:nvPr/>
          </p:nvSpPr>
          <p:spPr bwMode="auto">
            <a:xfrm>
              <a:off x="3456" y="3312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077" name="Oval 51"/>
            <p:cNvSpPr>
              <a:spLocks noChangeArrowheads="1"/>
            </p:cNvSpPr>
            <p:nvPr/>
          </p:nvSpPr>
          <p:spPr bwMode="auto">
            <a:xfrm>
              <a:off x="3648" y="3120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078" name="Oval 52"/>
            <p:cNvSpPr>
              <a:spLocks noChangeArrowheads="1"/>
            </p:cNvSpPr>
            <p:nvPr/>
          </p:nvSpPr>
          <p:spPr bwMode="auto">
            <a:xfrm>
              <a:off x="3648" y="3024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079" name="Oval 53"/>
            <p:cNvSpPr>
              <a:spLocks noChangeArrowheads="1"/>
            </p:cNvSpPr>
            <p:nvPr/>
          </p:nvSpPr>
          <p:spPr bwMode="auto">
            <a:xfrm>
              <a:off x="3408" y="3168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080" name="Oval 54"/>
            <p:cNvSpPr>
              <a:spLocks noChangeArrowheads="1"/>
            </p:cNvSpPr>
            <p:nvPr/>
          </p:nvSpPr>
          <p:spPr bwMode="auto">
            <a:xfrm>
              <a:off x="2688" y="3264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081" name="Oval 55"/>
            <p:cNvSpPr>
              <a:spLocks noChangeArrowheads="1"/>
            </p:cNvSpPr>
            <p:nvPr/>
          </p:nvSpPr>
          <p:spPr bwMode="auto">
            <a:xfrm>
              <a:off x="2784" y="3360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082" name="Oval 56"/>
            <p:cNvSpPr>
              <a:spLocks noChangeArrowheads="1"/>
            </p:cNvSpPr>
            <p:nvPr/>
          </p:nvSpPr>
          <p:spPr bwMode="auto">
            <a:xfrm>
              <a:off x="2880" y="3456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083" name="Oval 57"/>
            <p:cNvSpPr>
              <a:spLocks noChangeArrowheads="1"/>
            </p:cNvSpPr>
            <p:nvPr/>
          </p:nvSpPr>
          <p:spPr bwMode="auto">
            <a:xfrm>
              <a:off x="3024" y="3216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084" name="Oval 58"/>
            <p:cNvSpPr>
              <a:spLocks noChangeArrowheads="1"/>
            </p:cNvSpPr>
            <p:nvPr/>
          </p:nvSpPr>
          <p:spPr bwMode="auto">
            <a:xfrm>
              <a:off x="2688" y="3504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085" name="Oval 59"/>
            <p:cNvSpPr>
              <a:spLocks noChangeArrowheads="1"/>
            </p:cNvSpPr>
            <p:nvPr/>
          </p:nvSpPr>
          <p:spPr bwMode="auto">
            <a:xfrm>
              <a:off x="2880" y="3312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086" name="Oval 60"/>
            <p:cNvSpPr>
              <a:spLocks noChangeArrowheads="1"/>
            </p:cNvSpPr>
            <p:nvPr/>
          </p:nvSpPr>
          <p:spPr bwMode="auto">
            <a:xfrm>
              <a:off x="2880" y="3216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087" name="Oval 61"/>
            <p:cNvSpPr>
              <a:spLocks noChangeArrowheads="1"/>
            </p:cNvSpPr>
            <p:nvPr/>
          </p:nvSpPr>
          <p:spPr bwMode="auto">
            <a:xfrm>
              <a:off x="2640" y="3360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088" name="Oval 62"/>
            <p:cNvSpPr>
              <a:spLocks noChangeArrowheads="1"/>
            </p:cNvSpPr>
            <p:nvPr/>
          </p:nvSpPr>
          <p:spPr bwMode="auto">
            <a:xfrm>
              <a:off x="3024" y="3312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089" name="Oval 63"/>
            <p:cNvSpPr>
              <a:spLocks noChangeArrowheads="1"/>
            </p:cNvSpPr>
            <p:nvPr/>
          </p:nvSpPr>
          <p:spPr bwMode="auto">
            <a:xfrm>
              <a:off x="3120" y="3408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090" name="Oval 64"/>
            <p:cNvSpPr>
              <a:spLocks noChangeArrowheads="1"/>
            </p:cNvSpPr>
            <p:nvPr/>
          </p:nvSpPr>
          <p:spPr bwMode="auto">
            <a:xfrm>
              <a:off x="3216" y="3504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091" name="Oval 65"/>
            <p:cNvSpPr>
              <a:spLocks noChangeArrowheads="1"/>
            </p:cNvSpPr>
            <p:nvPr/>
          </p:nvSpPr>
          <p:spPr bwMode="auto">
            <a:xfrm>
              <a:off x="3360" y="3312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092" name="Oval 66"/>
            <p:cNvSpPr>
              <a:spLocks noChangeArrowheads="1"/>
            </p:cNvSpPr>
            <p:nvPr/>
          </p:nvSpPr>
          <p:spPr bwMode="auto">
            <a:xfrm>
              <a:off x="3024" y="3552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093" name="Oval 67"/>
            <p:cNvSpPr>
              <a:spLocks noChangeArrowheads="1"/>
            </p:cNvSpPr>
            <p:nvPr/>
          </p:nvSpPr>
          <p:spPr bwMode="auto">
            <a:xfrm>
              <a:off x="3216" y="3360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094" name="Oval 68"/>
            <p:cNvSpPr>
              <a:spLocks noChangeArrowheads="1"/>
            </p:cNvSpPr>
            <p:nvPr/>
          </p:nvSpPr>
          <p:spPr bwMode="auto">
            <a:xfrm>
              <a:off x="3216" y="3264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5095" name="Oval 69"/>
            <p:cNvSpPr>
              <a:spLocks noChangeArrowheads="1"/>
            </p:cNvSpPr>
            <p:nvPr/>
          </p:nvSpPr>
          <p:spPr bwMode="auto">
            <a:xfrm>
              <a:off x="2976" y="3408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</p:grpSp>
      <p:sp>
        <p:nvSpPr>
          <p:cNvPr id="45062" name="Line 70"/>
          <p:cNvSpPr>
            <a:spLocks noChangeShapeType="1"/>
          </p:cNvSpPr>
          <p:nvPr/>
        </p:nvSpPr>
        <p:spPr bwMode="auto">
          <a:xfrm flipV="1">
            <a:off x="2019300" y="6453335"/>
            <a:ext cx="5361012" cy="13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45063" name="Line 71"/>
          <p:cNvSpPr>
            <a:spLocks noChangeShapeType="1"/>
          </p:cNvSpPr>
          <p:nvPr/>
        </p:nvSpPr>
        <p:spPr bwMode="auto">
          <a:xfrm flipH="1" flipV="1">
            <a:off x="2362200" y="4724400"/>
            <a:ext cx="0" cy="1905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82" name="Group 4"/>
          <p:cNvGrpSpPr>
            <a:grpSpLocks/>
          </p:cNvGrpSpPr>
          <p:nvPr/>
        </p:nvGrpSpPr>
        <p:grpSpPr bwMode="auto">
          <a:xfrm>
            <a:off x="4448175" y="447255"/>
            <a:ext cx="1905000" cy="990600"/>
            <a:chOff x="2544" y="2880"/>
            <a:chExt cx="1200" cy="624"/>
          </a:xfrm>
          <a:solidFill>
            <a:schemeClr val="accent1"/>
          </a:solidFill>
        </p:grpSpPr>
        <p:sp>
          <p:nvSpPr>
            <p:cNvPr id="46194" name="Oval 5"/>
            <p:cNvSpPr>
              <a:spLocks noChangeArrowheads="1"/>
            </p:cNvSpPr>
            <p:nvPr/>
          </p:nvSpPr>
          <p:spPr bwMode="auto">
            <a:xfrm>
              <a:off x="3024" y="292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46195" name="Oval 6"/>
            <p:cNvSpPr>
              <a:spLocks noChangeArrowheads="1"/>
            </p:cNvSpPr>
            <p:nvPr/>
          </p:nvSpPr>
          <p:spPr bwMode="auto">
            <a:xfrm>
              <a:off x="3120" y="302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46196" name="Oval 7"/>
            <p:cNvSpPr>
              <a:spLocks noChangeArrowheads="1"/>
            </p:cNvSpPr>
            <p:nvPr/>
          </p:nvSpPr>
          <p:spPr bwMode="auto">
            <a:xfrm>
              <a:off x="3216" y="312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46197" name="Oval 8"/>
            <p:cNvSpPr>
              <a:spLocks noChangeArrowheads="1"/>
            </p:cNvSpPr>
            <p:nvPr/>
          </p:nvSpPr>
          <p:spPr bwMode="auto">
            <a:xfrm>
              <a:off x="3360" y="288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46198" name="Oval 9"/>
            <p:cNvSpPr>
              <a:spLocks noChangeArrowheads="1"/>
            </p:cNvSpPr>
            <p:nvPr/>
          </p:nvSpPr>
          <p:spPr bwMode="auto">
            <a:xfrm>
              <a:off x="3024" y="316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46199" name="Oval 10"/>
            <p:cNvSpPr>
              <a:spLocks noChangeArrowheads="1"/>
            </p:cNvSpPr>
            <p:nvPr/>
          </p:nvSpPr>
          <p:spPr bwMode="auto">
            <a:xfrm>
              <a:off x="3216" y="297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46200" name="Oval 11"/>
            <p:cNvSpPr>
              <a:spLocks noChangeArrowheads="1"/>
            </p:cNvSpPr>
            <p:nvPr/>
          </p:nvSpPr>
          <p:spPr bwMode="auto">
            <a:xfrm>
              <a:off x="3216" y="288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46201" name="Oval 12"/>
            <p:cNvSpPr>
              <a:spLocks noChangeArrowheads="1"/>
            </p:cNvSpPr>
            <p:nvPr/>
          </p:nvSpPr>
          <p:spPr bwMode="auto">
            <a:xfrm>
              <a:off x="2976" y="302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46202" name="Oval 13"/>
            <p:cNvSpPr>
              <a:spLocks noChangeArrowheads="1"/>
            </p:cNvSpPr>
            <p:nvPr/>
          </p:nvSpPr>
          <p:spPr bwMode="auto">
            <a:xfrm>
              <a:off x="3360" y="297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46203" name="Oval 14"/>
            <p:cNvSpPr>
              <a:spLocks noChangeArrowheads="1"/>
            </p:cNvSpPr>
            <p:nvPr/>
          </p:nvSpPr>
          <p:spPr bwMode="auto">
            <a:xfrm>
              <a:off x="3456" y="307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46204" name="Oval 15"/>
            <p:cNvSpPr>
              <a:spLocks noChangeArrowheads="1"/>
            </p:cNvSpPr>
            <p:nvPr/>
          </p:nvSpPr>
          <p:spPr bwMode="auto">
            <a:xfrm>
              <a:off x="3552" y="316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46205" name="Oval 16"/>
            <p:cNvSpPr>
              <a:spLocks noChangeArrowheads="1"/>
            </p:cNvSpPr>
            <p:nvPr/>
          </p:nvSpPr>
          <p:spPr bwMode="auto">
            <a:xfrm>
              <a:off x="3696" y="297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46206" name="Oval 17"/>
            <p:cNvSpPr>
              <a:spLocks noChangeArrowheads="1"/>
            </p:cNvSpPr>
            <p:nvPr/>
          </p:nvSpPr>
          <p:spPr bwMode="auto">
            <a:xfrm>
              <a:off x="3360" y="321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46207" name="Oval 18"/>
            <p:cNvSpPr>
              <a:spLocks noChangeArrowheads="1"/>
            </p:cNvSpPr>
            <p:nvPr/>
          </p:nvSpPr>
          <p:spPr bwMode="auto">
            <a:xfrm>
              <a:off x="3552" y="302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46208" name="Oval 19"/>
            <p:cNvSpPr>
              <a:spLocks noChangeArrowheads="1"/>
            </p:cNvSpPr>
            <p:nvPr/>
          </p:nvSpPr>
          <p:spPr bwMode="auto">
            <a:xfrm>
              <a:off x="3552" y="292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46209" name="Oval 20"/>
            <p:cNvSpPr>
              <a:spLocks noChangeArrowheads="1"/>
            </p:cNvSpPr>
            <p:nvPr/>
          </p:nvSpPr>
          <p:spPr bwMode="auto">
            <a:xfrm>
              <a:off x="3312" y="307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46210" name="Oval 21"/>
            <p:cNvSpPr>
              <a:spLocks noChangeArrowheads="1"/>
            </p:cNvSpPr>
            <p:nvPr/>
          </p:nvSpPr>
          <p:spPr bwMode="auto">
            <a:xfrm>
              <a:off x="2592" y="316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46211" name="Oval 22"/>
            <p:cNvSpPr>
              <a:spLocks noChangeArrowheads="1"/>
            </p:cNvSpPr>
            <p:nvPr/>
          </p:nvSpPr>
          <p:spPr bwMode="auto">
            <a:xfrm>
              <a:off x="2688" y="326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46212" name="Oval 23"/>
            <p:cNvSpPr>
              <a:spLocks noChangeArrowheads="1"/>
            </p:cNvSpPr>
            <p:nvPr/>
          </p:nvSpPr>
          <p:spPr bwMode="auto">
            <a:xfrm>
              <a:off x="2784" y="336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46213" name="Oval 24"/>
            <p:cNvSpPr>
              <a:spLocks noChangeArrowheads="1"/>
            </p:cNvSpPr>
            <p:nvPr/>
          </p:nvSpPr>
          <p:spPr bwMode="auto">
            <a:xfrm>
              <a:off x="2928" y="312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46214" name="Oval 25"/>
            <p:cNvSpPr>
              <a:spLocks noChangeArrowheads="1"/>
            </p:cNvSpPr>
            <p:nvPr/>
          </p:nvSpPr>
          <p:spPr bwMode="auto">
            <a:xfrm>
              <a:off x="2592" y="340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46215" name="Oval 26"/>
            <p:cNvSpPr>
              <a:spLocks noChangeArrowheads="1"/>
            </p:cNvSpPr>
            <p:nvPr/>
          </p:nvSpPr>
          <p:spPr bwMode="auto">
            <a:xfrm>
              <a:off x="2784" y="321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46216" name="Oval 27"/>
            <p:cNvSpPr>
              <a:spLocks noChangeArrowheads="1"/>
            </p:cNvSpPr>
            <p:nvPr/>
          </p:nvSpPr>
          <p:spPr bwMode="auto">
            <a:xfrm>
              <a:off x="2784" y="312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46217" name="Oval 28"/>
            <p:cNvSpPr>
              <a:spLocks noChangeArrowheads="1"/>
            </p:cNvSpPr>
            <p:nvPr/>
          </p:nvSpPr>
          <p:spPr bwMode="auto">
            <a:xfrm>
              <a:off x="2544" y="326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46218" name="Oval 29"/>
            <p:cNvSpPr>
              <a:spLocks noChangeArrowheads="1"/>
            </p:cNvSpPr>
            <p:nvPr/>
          </p:nvSpPr>
          <p:spPr bwMode="auto">
            <a:xfrm>
              <a:off x="2928" y="321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46219" name="Oval 30"/>
            <p:cNvSpPr>
              <a:spLocks noChangeArrowheads="1"/>
            </p:cNvSpPr>
            <p:nvPr/>
          </p:nvSpPr>
          <p:spPr bwMode="auto">
            <a:xfrm>
              <a:off x="3024" y="331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46220" name="Oval 31"/>
            <p:cNvSpPr>
              <a:spLocks noChangeArrowheads="1"/>
            </p:cNvSpPr>
            <p:nvPr/>
          </p:nvSpPr>
          <p:spPr bwMode="auto">
            <a:xfrm>
              <a:off x="3120" y="340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46221" name="Oval 32"/>
            <p:cNvSpPr>
              <a:spLocks noChangeArrowheads="1"/>
            </p:cNvSpPr>
            <p:nvPr/>
          </p:nvSpPr>
          <p:spPr bwMode="auto">
            <a:xfrm>
              <a:off x="3264" y="321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46222" name="Oval 33"/>
            <p:cNvSpPr>
              <a:spLocks noChangeArrowheads="1"/>
            </p:cNvSpPr>
            <p:nvPr/>
          </p:nvSpPr>
          <p:spPr bwMode="auto">
            <a:xfrm>
              <a:off x="2928" y="345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46223" name="Oval 34"/>
            <p:cNvSpPr>
              <a:spLocks noChangeArrowheads="1"/>
            </p:cNvSpPr>
            <p:nvPr/>
          </p:nvSpPr>
          <p:spPr bwMode="auto">
            <a:xfrm>
              <a:off x="3120" y="326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46224" name="Oval 35"/>
            <p:cNvSpPr>
              <a:spLocks noChangeArrowheads="1"/>
            </p:cNvSpPr>
            <p:nvPr/>
          </p:nvSpPr>
          <p:spPr bwMode="auto">
            <a:xfrm>
              <a:off x="3120" y="316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46225" name="Oval 36"/>
            <p:cNvSpPr>
              <a:spLocks noChangeArrowheads="1"/>
            </p:cNvSpPr>
            <p:nvPr/>
          </p:nvSpPr>
          <p:spPr bwMode="auto">
            <a:xfrm>
              <a:off x="2880" y="331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</p:grpSp>
      <p:grpSp>
        <p:nvGrpSpPr>
          <p:cNvPr id="46083" name="Group 37"/>
          <p:cNvGrpSpPr>
            <a:grpSpLocks/>
          </p:cNvGrpSpPr>
          <p:nvPr/>
        </p:nvGrpSpPr>
        <p:grpSpPr bwMode="auto">
          <a:xfrm>
            <a:off x="2695575" y="1189038"/>
            <a:ext cx="1905000" cy="990600"/>
            <a:chOff x="2640" y="2976"/>
            <a:chExt cx="1200" cy="624"/>
          </a:xfrm>
        </p:grpSpPr>
        <p:sp>
          <p:nvSpPr>
            <p:cNvPr id="46162" name="Oval 38"/>
            <p:cNvSpPr>
              <a:spLocks noChangeArrowheads="1"/>
            </p:cNvSpPr>
            <p:nvPr/>
          </p:nvSpPr>
          <p:spPr bwMode="auto">
            <a:xfrm>
              <a:off x="3120" y="3024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63" name="Oval 39"/>
            <p:cNvSpPr>
              <a:spLocks noChangeArrowheads="1"/>
            </p:cNvSpPr>
            <p:nvPr/>
          </p:nvSpPr>
          <p:spPr bwMode="auto">
            <a:xfrm>
              <a:off x="3216" y="3120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64" name="Oval 40"/>
            <p:cNvSpPr>
              <a:spLocks noChangeArrowheads="1"/>
            </p:cNvSpPr>
            <p:nvPr/>
          </p:nvSpPr>
          <p:spPr bwMode="auto">
            <a:xfrm>
              <a:off x="3312" y="3216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65" name="Oval 41"/>
            <p:cNvSpPr>
              <a:spLocks noChangeArrowheads="1"/>
            </p:cNvSpPr>
            <p:nvPr/>
          </p:nvSpPr>
          <p:spPr bwMode="auto">
            <a:xfrm>
              <a:off x="3456" y="2976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66" name="Oval 42"/>
            <p:cNvSpPr>
              <a:spLocks noChangeArrowheads="1"/>
            </p:cNvSpPr>
            <p:nvPr/>
          </p:nvSpPr>
          <p:spPr bwMode="auto">
            <a:xfrm>
              <a:off x="3120" y="3264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67" name="Oval 43"/>
            <p:cNvSpPr>
              <a:spLocks noChangeArrowheads="1"/>
            </p:cNvSpPr>
            <p:nvPr/>
          </p:nvSpPr>
          <p:spPr bwMode="auto">
            <a:xfrm>
              <a:off x="3312" y="3072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68" name="Oval 44"/>
            <p:cNvSpPr>
              <a:spLocks noChangeArrowheads="1"/>
            </p:cNvSpPr>
            <p:nvPr/>
          </p:nvSpPr>
          <p:spPr bwMode="auto">
            <a:xfrm>
              <a:off x="3312" y="2976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69" name="Oval 45"/>
            <p:cNvSpPr>
              <a:spLocks noChangeArrowheads="1"/>
            </p:cNvSpPr>
            <p:nvPr/>
          </p:nvSpPr>
          <p:spPr bwMode="auto">
            <a:xfrm>
              <a:off x="3072" y="3120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70" name="Oval 46"/>
            <p:cNvSpPr>
              <a:spLocks noChangeArrowheads="1"/>
            </p:cNvSpPr>
            <p:nvPr/>
          </p:nvSpPr>
          <p:spPr bwMode="auto">
            <a:xfrm>
              <a:off x="3456" y="3072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71" name="Oval 47"/>
            <p:cNvSpPr>
              <a:spLocks noChangeArrowheads="1"/>
            </p:cNvSpPr>
            <p:nvPr/>
          </p:nvSpPr>
          <p:spPr bwMode="auto">
            <a:xfrm>
              <a:off x="3552" y="3168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72" name="Oval 48"/>
            <p:cNvSpPr>
              <a:spLocks noChangeArrowheads="1"/>
            </p:cNvSpPr>
            <p:nvPr/>
          </p:nvSpPr>
          <p:spPr bwMode="auto">
            <a:xfrm>
              <a:off x="3648" y="3264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73" name="Oval 49"/>
            <p:cNvSpPr>
              <a:spLocks noChangeArrowheads="1"/>
            </p:cNvSpPr>
            <p:nvPr/>
          </p:nvSpPr>
          <p:spPr bwMode="auto">
            <a:xfrm>
              <a:off x="3792" y="3072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74" name="Oval 50"/>
            <p:cNvSpPr>
              <a:spLocks noChangeArrowheads="1"/>
            </p:cNvSpPr>
            <p:nvPr/>
          </p:nvSpPr>
          <p:spPr bwMode="auto">
            <a:xfrm>
              <a:off x="3456" y="3312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75" name="Oval 51"/>
            <p:cNvSpPr>
              <a:spLocks noChangeArrowheads="1"/>
            </p:cNvSpPr>
            <p:nvPr/>
          </p:nvSpPr>
          <p:spPr bwMode="auto">
            <a:xfrm>
              <a:off x="3648" y="3120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76" name="Oval 52"/>
            <p:cNvSpPr>
              <a:spLocks noChangeArrowheads="1"/>
            </p:cNvSpPr>
            <p:nvPr/>
          </p:nvSpPr>
          <p:spPr bwMode="auto">
            <a:xfrm>
              <a:off x="3648" y="3024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77" name="Oval 53"/>
            <p:cNvSpPr>
              <a:spLocks noChangeArrowheads="1"/>
            </p:cNvSpPr>
            <p:nvPr/>
          </p:nvSpPr>
          <p:spPr bwMode="auto">
            <a:xfrm>
              <a:off x="3408" y="3168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78" name="Oval 54"/>
            <p:cNvSpPr>
              <a:spLocks noChangeArrowheads="1"/>
            </p:cNvSpPr>
            <p:nvPr/>
          </p:nvSpPr>
          <p:spPr bwMode="auto">
            <a:xfrm>
              <a:off x="2688" y="3264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79" name="Oval 55"/>
            <p:cNvSpPr>
              <a:spLocks noChangeArrowheads="1"/>
            </p:cNvSpPr>
            <p:nvPr/>
          </p:nvSpPr>
          <p:spPr bwMode="auto">
            <a:xfrm>
              <a:off x="2784" y="3360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80" name="Oval 56"/>
            <p:cNvSpPr>
              <a:spLocks noChangeArrowheads="1"/>
            </p:cNvSpPr>
            <p:nvPr/>
          </p:nvSpPr>
          <p:spPr bwMode="auto">
            <a:xfrm>
              <a:off x="2880" y="3456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81" name="Oval 57"/>
            <p:cNvSpPr>
              <a:spLocks noChangeArrowheads="1"/>
            </p:cNvSpPr>
            <p:nvPr/>
          </p:nvSpPr>
          <p:spPr bwMode="auto">
            <a:xfrm>
              <a:off x="3024" y="3216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82" name="Oval 58"/>
            <p:cNvSpPr>
              <a:spLocks noChangeArrowheads="1"/>
            </p:cNvSpPr>
            <p:nvPr/>
          </p:nvSpPr>
          <p:spPr bwMode="auto">
            <a:xfrm>
              <a:off x="2688" y="3504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83" name="Oval 59"/>
            <p:cNvSpPr>
              <a:spLocks noChangeArrowheads="1"/>
            </p:cNvSpPr>
            <p:nvPr/>
          </p:nvSpPr>
          <p:spPr bwMode="auto">
            <a:xfrm>
              <a:off x="2880" y="3312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84" name="Oval 60"/>
            <p:cNvSpPr>
              <a:spLocks noChangeArrowheads="1"/>
            </p:cNvSpPr>
            <p:nvPr/>
          </p:nvSpPr>
          <p:spPr bwMode="auto">
            <a:xfrm>
              <a:off x="2880" y="3216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85" name="Oval 61"/>
            <p:cNvSpPr>
              <a:spLocks noChangeArrowheads="1"/>
            </p:cNvSpPr>
            <p:nvPr/>
          </p:nvSpPr>
          <p:spPr bwMode="auto">
            <a:xfrm>
              <a:off x="2640" y="3360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86" name="Oval 62"/>
            <p:cNvSpPr>
              <a:spLocks noChangeArrowheads="1"/>
            </p:cNvSpPr>
            <p:nvPr/>
          </p:nvSpPr>
          <p:spPr bwMode="auto">
            <a:xfrm>
              <a:off x="3024" y="3312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87" name="Oval 63"/>
            <p:cNvSpPr>
              <a:spLocks noChangeArrowheads="1"/>
            </p:cNvSpPr>
            <p:nvPr/>
          </p:nvSpPr>
          <p:spPr bwMode="auto">
            <a:xfrm>
              <a:off x="3120" y="3408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88" name="Oval 64"/>
            <p:cNvSpPr>
              <a:spLocks noChangeArrowheads="1"/>
            </p:cNvSpPr>
            <p:nvPr/>
          </p:nvSpPr>
          <p:spPr bwMode="auto">
            <a:xfrm>
              <a:off x="3216" y="3504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89" name="Oval 65"/>
            <p:cNvSpPr>
              <a:spLocks noChangeArrowheads="1"/>
            </p:cNvSpPr>
            <p:nvPr/>
          </p:nvSpPr>
          <p:spPr bwMode="auto">
            <a:xfrm>
              <a:off x="3360" y="3312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90" name="Oval 66"/>
            <p:cNvSpPr>
              <a:spLocks noChangeArrowheads="1"/>
            </p:cNvSpPr>
            <p:nvPr/>
          </p:nvSpPr>
          <p:spPr bwMode="auto">
            <a:xfrm>
              <a:off x="3024" y="3552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91" name="Oval 67"/>
            <p:cNvSpPr>
              <a:spLocks noChangeArrowheads="1"/>
            </p:cNvSpPr>
            <p:nvPr/>
          </p:nvSpPr>
          <p:spPr bwMode="auto">
            <a:xfrm>
              <a:off x="3216" y="3360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92" name="Oval 68"/>
            <p:cNvSpPr>
              <a:spLocks noChangeArrowheads="1"/>
            </p:cNvSpPr>
            <p:nvPr/>
          </p:nvSpPr>
          <p:spPr bwMode="auto">
            <a:xfrm>
              <a:off x="3216" y="3264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93" name="Oval 69"/>
            <p:cNvSpPr>
              <a:spLocks noChangeArrowheads="1"/>
            </p:cNvSpPr>
            <p:nvPr/>
          </p:nvSpPr>
          <p:spPr bwMode="auto">
            <a:xfrm>
              <a:off x="2976" y="3408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</p:grpSp>
      <p:sp>
        <p:nvSpPr>
          <p:cNvPr id="46084" name="Line 70"/>
          <p:cNvSpPr>
            <a:spLocks noChangeShapeType="1"/>
          </p:cNvSpPr>
          <p:nvPr/>
        </p:nvSpPr>
        <p:spPr bwMode="auto">
          <a:xfrm rot="1388400" flipV="1">
            <a:off x="2724150" y="1423988"/>
            <a:ext cx="388620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46085" name="Line 71"/>
          <p:cNvSpPr>
            <a:spLocks noChangeShapeType="1"/>
          </p:cNvSpPr>
          <p:nvPr/>
        </p:nvSpPr>
        <p:spPr bwMode="auto">
          <a:xfrm rot="1388400" flipH="1" flipV="1">
            <a:off x="2270125" y="354013"/>
            <a:ext cx="885825" cy="1981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46086" name="Line 70"/>
          <p:cNvSpPr>
            <a:spLocks noChangeShapeType="1"/>
          </p:cNvSpPr>
          <p:nvPr/>
        </p:nvSpPr>
        <p:spPr bwMode="auto">
          <a:xfrm rot="1388400" flipV="1">
            <a:off x="2693988" y="4919663"/>
            <a:ext cx="388620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grpSp>
        <p:nvGrpSpPr>
          <p:cNvPr id="46087" name="Grupo 144"/>
          <p:cNvGrpSpPr>
            <a:grpSpLocks/>
          </p:cNvGrpSpPr>
          <p:nvPr/>
        </p:nvGrpSpPr>
        <p:grpSpPr bwMode="auto">
          <a:xfrm rot="-1287027">
            <a:off x="3562350" y="2160588"/>
            <a:ext cx="4338638" cy="2746375"/>
            <a:chOff x="2433440" y="3202735"/>
            <a:chExt cx="4338859" cy="2746082"/>
          </a:xfrm>
        </p:grpSpPr>
        <p:sp>
          <p:nvSpPr>
            <p:cNvPr id="46160" name="Line 70"/>
            <p:cNvSpPr>
              <a:spLocks noChangeShapeType="1"/>
            </p:cNvSpPr>
            <p:nvPr/>
          </p:nvSpPr>
          <p:spPr bwMode="auto">
            <a:xfrm rot="1388400" flipV="1">
              <a:off x="2886099" y="4272417"/>
              <a:ext cx="3886200" cy="1676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6161" name="Line 71"/>
            <p:cNvSpPr>
              <a:spLocks noChangeShapeType="1"/>
            </p:cNvSpPr>
            <p:nvPr/>
          </p:nvSpPr>
          <p:spPr bwMode="auto">
            <a:xfrm rot="1388400" flipH="1" flipV="1">
              <a:off x="2433440" y="3202735"/>
              <a:ext cx="884649" cy="198080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</p:grpSp>
      <p:sp>
        <p:nvSpPr>
          <p:cNvPr id="46088" name="Flecha abajo 72"/>
          <p:cNvSpPr>
            <a:spLocks noChangeArrowheads="1"/>
          </p:cNvSpPr>
          <p:nvPr/>
        </p:nvSpPr>
        <p:spPr bwMode="auto">
          <a:xfrm>
            <a:off x="4144963" y="2568575"/>
            <a:ext cx="576262" cy="647700"/>
          </a:xfrm>
          <a:prstGeom prst="downArrow">
            <a:avLst>
              <a:gd name="adj1" fmla="val 50000"/>
              <a:gd name="adj2" fmla="val 49954"/>
            </a:avLst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grpSp>
        <p:nvGrpSpPr>
          <p:cNvPr id="46089" name="Group 4"/>
          <p:cNvGrpSpPr>
            <a:grpSpLocks/>
          </p:cNvGrpSpPr>
          <p:nvPr/>
        </p:nvGrpSpPr>
        <p:grpSpPr bwMode="auto">
          <a:xfrm>
            <a:off x="4240213" y="3870325"/>
            <a:ext cx="1905000" cy="990600"/>
            <a:chOff x="2544" y="2880"/>
            <a:chExt cx="1200" cy="624"/>
          </a:xfrm>
        </p:grpSpPr>
        <p:sp>
          <p:nvSpPr>
            <p:cNvPr id="46128" name="Oval 5"/>
            <p:cNvSpPr>
              <a:spLocks noChangeArrowheads="1"/>
            </p:cNvSpPr>
            <p:nvPr/>
          </p:nvSpPr>
          <p:spPr bwMode="auto">
            <a:xfrm>
              <a:off x="3024" y="2928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29" name="Oval 6"/>
            <p:cNvSpPr>
              <a:spLocks noChangeArrowheads="1"/>
            </p:cNvSpPr>
            <p:nvPr/>
          </p:nvSpPr>
          <p:spPr bwMode="auto">
            <a:xfrm>
              <a:off x="3120" y="3024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30" name="Oval 7"/>
            <p:cNvSpPr>
              <a:spLocks noChangeArrowheads="1"/>
            </p:cNvSpPr>
            <p:nvPr/>
          </p:nvSpPr>
          <p:spPr bwMode="auto">
            <a:xfrm>
              <a:off x="3216" y="3120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31" name="Oval 8"/>
            <p:cNvSpPr>
              <a:spLocks noChangeArrowheads="1"/>
            </p:cNvSpPr>
            <p:nvPr/>
          </p:nvSpPr>
          <p:spPr bwMode="auto">
            <a:xfrm>
              <a:off x="3360" y="2880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32" name="Oval 9"/>
            <p:cNvSpPr>
              <a:spLocks noChangeArrowheads="1"/>
            </p:cNvSpPr>
            <p:nvPr/>
          </p:nvSpPr>
          <p:spPr bwMode="auto">
            <a:xfrm>
              <a:off x="3024" y="3168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33" name="Oval 10"/>
            <p:cNvSpPr>
              <a:spLocks noChangeArrowheads="1"/>
            </p:cNvSpPr>
            <p:nvPr/>
          </p:nvSpPr>
          <p:spPr bwMode="auto">
            <a:xfrm>
              <a:off x="3216" y="2976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34" name="Oval 11"/>
            <p:cNvSpPr>
              <a:spLocks noChangeArrowheads="1"/>
            </p:cNvSpPr>
            <p:nvPr/>
          </p:nvSpPr>
          <p:spPr bwMode="auto">
            <a:xfrm>
              <a:off x="3216" y="2880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35" name="Oval 12"/>
            <p:cNvSpPr>
              <a:spLocks noChangeArrowheads="1"/>
            </p:cNvSpPr>
            <p:nvPr/>
          </p:nvSpPr>
          <p:spPr bwMode="auto">
            <a:xfrm>
              <a:off x="2976" y="3024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36" name="Oval 13"/>
            <p:cNvSpPr>
              <a:spLocks noChangeArrowheads="1"/>
            </p:cNvSpPr>
            <p:nvPr/>
          </p:nvSpPr>
          <p:spPr bwMode="auto">
            <a:xfrm>
              <a:off x="3360" y="2976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37" name="Oval 14"/>
            <p:cNvSpPr>
              <a:spLocks noChangeArrowheads="1"/>
            </p:cNvSpPr>
            <p:nvPr/>
          </p:nvSpPr>
          <p:spPr bwMode="auto">
            <a:xfrm>
              <a:off x="3456" y="3072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38" name="Oval 15"/>
            <p:cNvSpPr>
              <a:spLocks noChangeArrowheads="1"/>
            </p:cNvSpPr>
            <p:nvPr/>
          </p:nvSpPr>
          <p:spPr bwMode="auto">
            <a:xfrm>
              <a:off x="3552" y="3168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39" name="Oval 16"/>
            <p:cNvSpPr>
              <a:spLocks noChangeArrowheads="1"/>
            </p:cNvSpPr>
            <p:nvPr/>
          </p:nvSpPr>
          <p:spPr bwMode="auto">
            <a:xfrm>
              <a:off x="3696" y="2976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40" name="Oval 17"/>
            <p:cNvSpPr>
              <a:spLocks noChangeArrowheads="1"/>
            </p:cNvSpPr>
            <p:nvPr/>
          </p:nvSpPr>
          <p:spPr bwMode="auto">
            <a:xfrm>
              <a:off x="3360" y="3216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41" name="Oval 18"/>
            <p:cNvSpPr>
              <a:spLocks noChangeArrowheads="1"/>
            </p:cNvSpPr>
            <p:nvPr/>
          </p:nvSpPr>
          <p:spPr bwMode="auto">
            <a:xfrm>
              <a:off x="3552" y="3024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42" name="Oval 19"/>
            <p:cNvSpPr>
              <a:spLocks noChangeArrowheads="1"/>
            </p:cNvSpPr>
            <p:nvPr/>
          </p:nvSpPr>
          <p:spPr bwMode="auto">
            <a:xfrm>
              <a:off x="3552" y="2928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43" name="Oval 20"/>
            <p:cNvSpPr>
              <a:spLocks noChangeArrowheads="1"/>
            </p:cNvSpPr>
            <p:nvPr/>
          </p:nvSpPr>
          <p:spPr bwMode="auto">
            <a:xfrm>
              <a:off x="3312" y="3072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44" name="Oval 21"/>
            <p:cNvSpPr>
              <a:spLocks noChangeArrowheads="1"/>
            </p:cNvSpPr>
            <p:nvPr/>
          </p:nvSpPr>
          <p:spPr bwMode="auto">
            <a:xfrm>
              <a:off x="2592" y="3168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45" name="Oval 22"/>
            <p:cNvSpPr>
              <a:spLocks noChangeArrowheads="1"/>
            </p:cNvSpPr>
            <p:nvPr/>
          </p:nvSpPr>
          <p:spPr bwMode="auto">
            <a:xfrm>
              <a:off x="2688" y="3264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46" name="Oval 23"/>
            <p:cNvSpPr>
              <a:spLocks noChangeArrowheads="1"/>
            </p:cNvSpPr>
            <p:nvPr/>
          </p:nvSpPr>
          <p:spPr bwMode="auto">
            <a:xfrm>
              <a:off x="2784" y="3360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47" name="Oval 24"/>
            <p:cNvSpPr>
              <a:spLocks noChangeArrowheads="1"/>
            </p:cNvSpPr>
            <p:nvPr/>
          </p:nvSpPr>
          <p:spPr bwMode="auto">
            <a:xfrm>
              <a:off x="2928" y="3120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48" name="Oval 25"/>
            <p:cNvSpPr>
              <a:spLocks noChangeArrowheads="1"/>
            </p:cNvSpPr>
            <p:nvPr/>
          </p:nvSpPr>
          <p:spPr bwMode="auto">
            <a:xfrm>
              <a:off x="2592" y="3408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49" name="Oval 26"/>
            <p:cNvSpPr>
              <a:spLocks noChangeArrowheads="1"/>
            </p:cNvSpPr>
            <p:nvPr/>
          </p:nvSpPr>
          <p:spPr bwMode="auto">
            <a:xfrm>
              <a:off x="2784" y="3216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50" name="Oval 27"/>
            <p:cNvSpPr>
              <a:spLocks noChangeArrowheads="1"/>
            </p:cNvSpPr>
            <p:nvPr/>
          </p:nvSpPr>
          <p:spPr bwMode="auto">
            <a:xfrm>
              <a:off x="2784" y="3120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51" name="Oval 28"/>
            <p:cNvSpPr>
              <a:spLocks noChangeArrowheads="1"/>
            </p:cNvSpPr>
            <p:nvPr/>
          </p:nvSpPr>
          <p:spPr bwMode="auto">
            <a:xfrm>
              <a:off x="2544" y="3264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52" name="Oval 29"/>
            <p:cNvSpPr>
              <a:spLocks noChangeArrowheads="1"/>
            </p:cNvSpPr>
            <p:nvPr/>
          </p:nvSpPr>
          <p:spPr bwMode="auto">
            <a:xfrm>
              <a:off x="2928" y="3216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53" name="Oval 30"/>
            <p:cNvSpPr>
              <a:spLocks noChangeArrowheads="1"/>
            </p:cNvSpPr>
            <p:nvPr/>
          </p:nvSpPr>
          <p:spPr bwMode="auto">
            <a:xfrm>
              <a:off x="3024" y="3312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54" name="Oval 31"/>
            <p:cNvSpPr>
              <a:spLocks noChangeArrowheads="1"/>
            </p:cNvSpPr>
            <p:nvPr/>
          </p:nvSpPr>
          <p:spPr bwMode="auto">
            <a:xfrm>
              <a:off x="3120" y="3408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55" name="Oval 32"/>
            <p:cNvSpPr>
              <a:spLocks noChangeArrowheads="1"/>
            </p:cNvSpPr>
            <p:nvPr/>
          </p:nvSpPr>
          <p:spPr bwMode="auto">
            <a:xfrm>
              <a:off x="3264" y="3216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56" name="Oval 33"/>
            <p:cNvSpPr>
              <a:spLocks noChangeArrowheads="1"/>
            </p:cNvSpPr>
            <p:nvPr/>
          </p:nvSpPr>
          <p:spPr bwMode="auto">
            <a:xfrm>
              <a:off x="2928" y="3456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57" name="Oval 34"/>
            <p:cNvSpPr>
              <a:spLocks noChangeArrowheads="1"/>
            </p:cNvSpPr>
            <p:nvPr/>
          </p:nvSpPr>
          <p:spPr bwMode="auto">
            <a:xfrm>
              <a:off x="3120" y="3264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58" name="Oval 35"/>
            <p:cNvSpPr>
              <a:spLocks noChangeArrowheads="1"/>
            </p:cNvSpPr>
            <p:nvPr/>
          </p:nvSpPr>
          <p:spPr bwMode="auto">
            <a:xfrm>
              <a:off x="3120" y="3168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6159" name="Oval 36"/>
            <p:cNvSpPr>
              <a:spLocks noChangeArrowheads="1"/>
            </p:cNvSpPr>
            <p:nvPr/>
          </p:nvSpPr>
          <p:spPr bwMode="auto">
            <a:xfrm>
              <a:off x="2880" y="3312"/>
              <a:ext cx="48" cy="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</p:grpSp>
      <p:sp>
        <p:nvSpPr>
          <p:cNvPr id="46090" name="Oval 38"/>
          <p:cNvSpPr>
            <a:spLocks noChangeArrowheads="1"/>
          </p:cNvSpPr>
          <p:nvPr/>
        </p:nvSpPr>
        <p:spPr bwMode="auto">
          <a:xfrm>
            <a:off x="3249613" y="4632325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6091" name="Oval 39"/>
          <p:cNvSpPr>
            <a:spLocks noChangeArrowheads="1"/>
          </p:cNvSpPr>
          <p:nvPr/>
        </p:nvSpPr>
        <p:spPr bwMode="auto">
          <a:xfrm>
            <a:off x="3402013" y="4784725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6092" name="Oval 40"/>
          <p:cNvSpPr>
            <a:spLocks noChangeArrowheads="1"/>
          </p:cNvSpPr>
          <p:nvPr/>
        </p:nvSpPr>
        <p:spPr bwMode="auto">
          <a:xfrm>
            <a:off x="3554413" y="4937125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6093" name="Oval 41"/>
          <p:cNvSpPr>
            <a:spLocks noChangeArrowheads="1"/>
          </p:cNvSpPr>
          <p:nvPr/>
        </p:nvSpPr>
        <p:spPr bwMode="auto">
          <a:xfrm>
            <a:off x="3783013" y="4556125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6094" name="Oval 42"/>
          <p:cNvSpPr>
            <a:spLocks noChangeArrowheads="1"/>
          </p:cNvSpPr>
          <p:nvPr/>
        </p:nvSpPr>
        <p:spPr bwMode="auto">
          <a:xfrm>
            <a:off x="3249613" y="5013325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6095" name="Oval 43"/>
          <p:cNvSpPr>
            <a:spLocks noChangeArrowheads="1"/>
          </p:cNvSpPr>
          <p:nvPr/>
        </p:nvSpPr>
        <p:spPr bwMode="auto">
          <a:xfrm>
            <a:off x="3554413" y="4708525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6096" name="Oval 44"/>
          <p:cNvSpPr>
            <a:spLocks noChangeArrowheads="1"/>
          </p:cNvSpPr>
          <p:nvPr/>
        </p:nvSpPr>
        <p:spPr bwMode="auto">
          <a:xfrm>
            <a:off x="3554413" y="4556125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6097" name="Oval 45"/>
          <p:cNvSpPr>
            <a:spLocks noChangeArrowheads="1"/>
          </p:cNvSpPr>
          <p:nvPr/>
        </p:nvSpPr>
        <p:spPr bwMode="auto">
          <a:xfrm>
            <a:off x="3173413" y="4784725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6098" name="Oval 46"/>
          <p:cNvSpPr>
            <a:spLocks noChangeArrowheads="1"/>
          </p:cNvSpPr>
          <p:nvPr/>
        </p:nvSpPr>
        <p:spPr bwMode="auto">
          <a:xfrm>
            <a:off x="3783013" y="4708525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6099" name="Oval 47"/>
          <p:cNvSpPr>
            <a:spLocks noChangeArrowheads="1"/>
          </p:cNvSpPr>
          <p:nvPr/>
        </p:nvSpPr>
        <p:spPr bwMode="auto">
          <a:xfrm>
            <a:off x="3935413" y="4860925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6100" name="Oval 48"/>
          <p:cNvSpPr>
            <a:spLocks noChangeArrowheads="1"/>
          </p:cNvSpPr>
          <p:nvPr/>
        </p:nvSpPr>
        <p:spPr bwMode="auto">
          <a:xfrm>
            <a:off x="4087813" y="5013325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6101" name="Oval 49"/>
          <p:cNvSpPr>
            <a:spLocks noChangeArrowheads="1"/>
          </p:cNvSpPr>
          <p:nvPr/>
        </p:nvSpPr>
        <p:spPr bwMode="auto">
          <a:xfrm>
            <a:off x="4316413" y="4708525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6102" name="Oval 50"/>
          <p:cNvSpPr>
            <a:spLocks noChangeArrowheads="1"/>
          </p:cNvSpPr>
          <p:nvPr/>
        </p:nvSpPr>
        <p:spPr bwMode="auto">
          <a:xfrm>
            <a:off x="3783013" y="5089525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6103" name="Oval 51"/>
          <p:cNvSpPr>
            <a:spLocks noChangeArrowheads="1"/>
          </p:cNvSpPr>
          <p:nvPr/>
        </p:nvSpPr>
        <p:spPr bwMode="auto">
          <a:xfrm>
            <a:off x="4087813" y="4784725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6104" name="Oval 52"/>
          <p:cNvSpPr>
            <a:spLocks noChangeArrowheads="1"/>
          </p:cNvSpPr>
          <p:nvPr/>
        </p:nvSpPr>
        <p:spPr bwMode="auto">
          <a:xfrm>
            <a:off x="4087813" y="4632325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6105" name="Oval 53"/>
          <p:cNvSpPr>
            <a:spLocks noChangeArrowheads="1"/>
          </p:cNvSpPr>
          <p:nvPr/>
        </p:nvSpPr>
        <p:spPr bwMode="auto">
          <a:xfrm>
            <a:off x="3706813" y="4860925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6106" name="Oval 54"/>
          <p:cNvSpPr>
            <a:spLocks noChangeArrowheads="1"/>
          </p:cNvSpPr>
          <p:nvPr/>
        </p:nvSpPr>
        <p:spPr bwMode="auto">
          <a:xfrm>
            <a:off x="2563813" y="5013325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6107" name="Oval 55"/>
          <p:cNvSpPr>
            <a:spLocks noChangeArrowheads="1"/>
          </p:cNvSpPr>
          <p:nvPr/>
        </p:nvSpPr>
        <p:spPr bwMode="auto">
          <a:xfrm>
            <a:off x="2716213" y="5165725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6108" name="Oval 56"/>
          <p:cNvSpPr>
            <a:spLocks noChangeArrowheads="1"/>
          </p:cNvSpPr>
          <p:nvPr/>
        </p:nvSpPr>
        <p:spPr bwMode="auto">
          <a:xfrm>
            <a:off x="2868613" y="5318125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6109" name="Oval 57"/>
          <p:cNvSpPr>
            <a:spLocks noChangeArrowheads="1"/>
          </p:cNvSpPr>
          <p:nvPr/>
        </p:nvSpPr>
        <p:spPr bwMode="auto">
          <a:xfrm>
            <a:off x="3097213" y="4937125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6110" name="Oval 58"/>
          <p:cNvSpPr>
            <a:spLocks noChangeArrowheads="1"/>
          </p:cNvSpPr>
          <p:nvPr/>
        </p:nvSpPr>
        <p:spPr bwMode="auto">
          <a:xfrm>
            <a:off x="2563813" y="5394325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6111" name="Oval 59"/>
          <p:cNvSpPr>
            <a:spLocks noChangeArrowheads="1"/>
          </p:cNvSpPr>
          <p:nvPr/>
        </p:nvSpPr>
        <p:spPr bwMode="auto">
          <a:xfrm>
            <a:off x="2868613" y="5089525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6112" name="Oval 60"/>
          <p:cNvSpPr>
            <a:spLocks noChangeArrowheads="1"/>
          </p:cNvSpPr>
          <p:nvPr/>
        </p:nvSpPr>
        <p:spPr bwMode="auto">
          <a:xfrm>
            <a:off x="2868613" y="4937125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6113" name="Oval 61"/>
          <p:cNvSpPr>
            <a:spLocks noChangeArrowheads="1"/>
          </p:cNvSpPr>
          <p:nvPr/>
        </p:nvSpPr>
        <p:spPr bwMode="auto">
          <a:xfrm>
            <a:off x="2487613" y="5165725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6114" name="Oval 62"/>
          <p:cNvSpPr>
            <a:spLocks noChangeArrowheads="1"/>
          </p:cNvSpPr>
          <p:nvPr/>
        </p:nvSpPr>
        <p:spPr bwMode="auto">
          <a:xfrm>
            <a:off x="3097213" y="5089525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6115" name="Oval 63"/>
          <p:cNvSpPr>
            <a:spLocks noChangeArrowheads="1"/>
          </p:cNvSpPr>
          <p:nvPr/>
        </p:nvSpPr>
        <p:spPr bwMode="auto">
          <a:xfrm>
            <a:off x="3249613" y="5241925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6116" name="Oval 64"/>
          <p:cNvSpPr>
            <a:spLocks noChangeArrowheads="1"/>
          </p:cNvSpPr>
          <p:nvPr/>
        </p:nvSpPr>
        <p:spPr bwMode="auto">
          <a:xfrm>
            <a:off x="3402013" y="5394325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6117" name="Oval 65"/>
          <p:cNvSpPr>
            <a:spLocks noChangeArrowheads="1"/>
          </p:cNvSpPr>
          <p:nvPr/>
        </p:nvSpPr>
        <p:spPr bwMode="auto">
          <a:xfrm>
            <a:off x="3630613" y="5089525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6118" name="Oval 66"/>
          <p:cNvSpPr>
            <a:spLocks noChangeArrowheads="1"/>
          </p:cNvSpPr>
          <p:nvPr/>
        </p:nvSpPr>
        <p:spPr bwMode="auto">
          <a:xfrm>
            <a:off x="3097213" y="5470525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6119" name="Oval 67"/>
          <p:cNvSpPr>
            <a:spLocks noChangeArrowheads="1"/>
          </p:cNvSpPr>
          <p:nvPr/>
        </p:nvSpPr>
        <p:spPr bwMode="auto">
          <a:xfrm>
            <a:off x="3402013" y="5165725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6120" name="Oval 68"/>
          <p:cNvSpPr>
            <a:spLocks noChangeArrowheads="1"/>
          </p:cNvSpPr>
          <p:nvPr/>
        </p:nvSpPr>
        <p:spPr bwMode="auto">
          <a:xfrm>
            <a:off x="3402013" y="5013325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6121" name="Oval 69"/>
          <p:cNvSpPr>
            <a:spLocks noChangeArrowheads="1"/>
          </p:cNvSpPr>
          <p:nvPr/>
        </p:nvSpPr>
        <p:spPr bwMode="auto">
          <a:xfrm>
            <a:off x="3021013" y="5241925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6122" name="Line 71"/>
          <p:cNvSpPr>
            <a:spLocks noChangeShapeType="1"/>
          </p:cNvSpPr>
          <p:nvPr/>
        </p:nvSpPr>
        <p:spPr bwMode="auto">
          <a:xfrm rot="1388400" flipH="1" flipV="1">
            <a:off x="2062163" y="3722688"/>
            <a:ext cx="884237" cy="1981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46123" name="Elipse 141"/>
          <p:cNvSpPr>
            <a:spLocks noChangeArrowheads="1"/>
          </p:cNvSpPr>
          <p:nvPr/>
        </p:nvSpPr>
        <p:spPr bwMode="auto">
          <a:xfrm rot="-1200824">
            <a:off x="2214563" y="4106863"/>
            <a:ext cx="4181475" cy="1089025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6124" name="CuadroTexto 145"/>
          <p:cNvSpPr txBox="1">
            <a:spLocks noChangeArrowheads="1"/>
          </p:cNvSpPr>
          <p:nvPr/>
        </p:nvSpPr>
        <p:spPr bwMode="auto">
          <a:xfrm>
            <a:off x="1981200" y="3570288"/>
            <a:ext cx="544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" altLang="es-ES" sz="2800" i="0"/>
              <a:t>x2</a:t>
            </a:r>
          </a:p>
        </p:txBody>
      </p:sp>
      <p:sp>
        <p:nvSpPr>
          <p:cNvPr id="46125" name="CuadroTexto 146"/>
          <p:cNvSpPr txBox="1">
            <a:spLocks noChangeArrowheads="1"/>
          </p:cNvSpPr>
          <p:nvPr/>
        </p:nvSpPr>
        <p:spPr bwMode="auto">
          <a:xfrm>
            <a:off x="6146800" y="5637213"/>
            <a:ext cx="544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" altLang="es-ES" sz="2800" i="0"/>
              <a:t>x1</a:t>
            </a:r>
          </a:p>
        </p:txBody>
      </p:sp>
      <p:sp>
        <p:nvSpPr>
          <p:cNvPr id="46126" name="CuadroTexto 147"/>
          <p:cNvSpPr txBox="1">
            <a:spLocks noChangeArrowheads="1"/>
          </p:cNvSpPr>
          <p:nvPr/>
        </p:nvSpPr>
        <p:spPr bwMode="auto">
          <a:xfrm>
            <a:off x="7915275" y="3162300"/>
            <a:ext cx="523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" altLang="es-ES" sz="2800" i="0"/>
              <a:t>z1</a:t>
            </a:r>
          </a:p>
        </p:txBody>
      </p:sp>
      <p:sp>
        <p:nvSpPr>
          <p:cNvPr id="46127" name="CuadroTexto 148"/>
          <p:cNvSpPr txBox="1">
            <a:spLocks noChangeArrowheads="1"/>
          </p:cNvSpPr>
          <p:nvPr/>
        </p:nvSpPr>
        <p:spPr bwMode="auto">
          <a:xfrm>
            <a:off x="3190875" y="2916238"/>
            <a:ext cx="5238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" altLang="es-ES" sz="2800" i="0"/>
              <a:t>z2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4448175" y="447255"/>
            <a:ext cx="1905000" cy="990600"/>
            <a:chOff x="2544" y="2880"/>
            <a:chExt cx="1200" cy="624"/>
          </a:xfrm>
          <a:solidFill>
            <a:schemeClr val="accent1"/>
          </a:solidFill>
        </p:grpSpPr>
        <p:sp>
          <p:nvSpPr>
            <p:cNvPr id="5" name="Oval 5"/>
            <p:cNvSpPr>
              <a:spLocks noChangeArrowheads="1"/>
            </p:cNvSpPr>
            <p:nvPr/>
          </p:nvSpPr>
          <p:spPr bwMode="auto">
            <a:xfrm>
              <a:off x="3024" y="292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6" name="Oval 6"/>
            <p:cNvSpPr>
              <a:spLocks noChangeArrowheads="1"/>
            </p:cNvSpPr>
            <p:nvPr/>
          </p:nvSpPr>
          <p:spPr bwMode="auto">
            <a:xfrm>
              <a:off x="3120" y="302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7" name="Oval 7"/>
            <p:cNvSpPr>
              <a:spLocks noChangeArrowheads="1"/>
            </p:cNvSpPr>
            <p:nvPr/>
          </p:nvSpPr>
          <p:spPr bwMode="auto">
            <a:xfrm>
              <a:off x="3216" y="312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8" name="Oval 8"/>
            <p:cNvSpPr>
              <a:spLocks noChangeArrowheads="1"/>
            </p:cNvSpPr>
            <p:nvPr/>
          </p:nvSpPr>
          <p:spPr bwMode="auto">
            <a:xfrm>
              <a:off x="3360" y="288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9" name="Oval 9"/>
            <p:cNvSpPr>
              <a:spLocks noChangeArrowheads="1"/>
            </p:cNvSpPr>
            <p:nvPr/>
          </p:nvSpPr>
          <p:spPr bwMode="auto">
            <a:xfrm>
              <a:off x="3024" y="316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0" name="Oval 10"/>
            <p:cNvSpPr>
              <a:spLocks noChangeArrowheads="1"/>
            </p:cNvSpPr>
            <p:nvPr/>
          </p:nvSpPr>
          <p:spPr bwMode="auto">
            <a:xfrm>
              <a:off x="3216" y="297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1" name="Oval 11"/>
            <p:cNvSpPr>
              <a:spLocks noChangeArrowheads="1"/>
            </p:cNvSpPr>
            <p:nvPr/>
          </p:nvSpPr>
          <p:spPr bwMode="auto">
            <a:xfrm>
              <a:off x="3216" y="288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2" name="Oval 12"/>
            <p:cNvSpPr>
              <a:spLocks noChangeArrowheads="1"/>
            </p:cNvSpPr>
            <p:nvPr/>
          </p:nvSpPr>
          <p:spPr bwMode="auto">
            <a:xfrm>
              <a:off x="2976" y="302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3" name="Oval 13"/>
            <p:cNvSpPr>
              <a:spLocks noChangeArrowheads="1"/>
            </p:cNvSpPr>
            <p:nvPr/>
          </p:nvSpPr>
          <p:spPr bwMode="auto">
            <a:xfrm>
              <a:off x="3360" y="297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4" name="Oval 14"/>
            <p:cNvSpPr>
              <a:spLocks noChangeArrowheads="1"/>
            </p:cNvSpPr>
            <p:nvPr/>
          </p:nvSpPr>
          <p:spPr bwMode="auto">
            <a:xfrm>
              <a:off x="3456" y="307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5" name="Oval 15"/>
            <p:cNvSpPr>
              <a:spLocks noChangeArrowheads="1"/>
            </p:cNvSpPr>
            <p:nvPr/>
          </p:nvSpPr>
          <p:spPr bwMode="auto">
            <a:xfrm>
              <a:off x="3552" y="316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6" name="Oval 16"/>
            <p:cNvSpPr>
              <a:spLocks noChangeArrowheads="1"/>
            </p:cNvSpPr>
            <p:nvPr/>
          </p:nvSpPr>
          <p:spPr bwMode="auto">
            <a:xfrm>
              <a:off x="3696" y="297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7" name="Oval 17"/>
            <p:cNvSpPr>
              <a:spLocks noChangeArrowheads="1"/>
            </p:cNvSpPr>
            <p:nvPr/>
          </p:nvSpPr>
          <p:spPr bwMode="auto">
            <a:xfrm>
              <a:off x="3360" y="321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8" name="Oval 18"/>
            <p:cNvSpPr>
              <a:spLocks noChangeArrowheads="1"/>
            </p:cNvSpPr>
            <p:nvPr/>
          </p:nvSpPr>
          <p:spPr bwMode="auto">
            <a:xfrm>
              <a:off x="3552" y="302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9" name="Oval 19"/>
            <p:cNvSpPr>
              <a:spLocks noChangeArrowheads="1"/>
            </p:cNvSpPr>
            <p:nvPr/>
          </p:nvSpPr>
          <p:spPr bwMode="auto">
            <a:xfrm>
              <a:off x="3552" y="292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20" name="Oval 20"/>
            <p:cNvSpPr>
              <a:spLocks noChangeArrowheads="1"/>
            </p:cNvSpPr>
            <p:nvPr/>
          </p:nvSpPr>
          <p:spPr bwMode="auto">
            <a:xfrm>
              <a:off x="3312" y="307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21" name="Oval 21"/>
            <p:cNvSpPr>
              <a:spLocks noChangeArrowheads="1"/>
            </p:cNvSpPr>
            <p:nvPr/>
          </p:nvSpPr>
          <p:spPr bwMode="auto">
            <a:xfrm>
              <a:off x="2592" y="316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22" name="Oval 22"/>
            <p:cNvSpPr>
              <a:spLocks noChangeArrowheads="1"/>
            </p:cNvSpPr>
            <p:nvPr/>
          </p:nvSpPr>
          <p:spPr bwMode="auto">
            <a:xfrm>
              <a:off x="2688" y="326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23" name="Oval 23"/>
            <p:cNvSpPr>
              <a:spLocks noChangeArrowheads="1"/>
            </p:cNvSpPr>
            <p:nvPr/>
          </p:nvSpPr>
          <p:spPr bwMode="auto">
            <a:xfrm>
              <a:off x="2784" y="336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24" name="Oval 24"/>
            <p:cNvSpPr>
              <a:spLocks noChangeArrowheads="1"/>
            </p:cNvSpPr>
            <p:nvPr/>
          </p:nvSpPr>
          <p:spPr bwMode="auto">
            <a:xfrm>
              <a:off x="2928" y="312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25" name="Oval 25"/>
            <p:cNvSpPr>
              <a:spLocks noChangeArrowheads="1"/>
            </p:cNvSpPr>
            <p:nvPr/>
          </p:nvSpPr>
          <p:spPr bwMode="auto">
            <a:xfrm>
              <a:off x="2592" y="340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26" name="Oval 26"/>
            <p:cNvSpPr>
              <a:spLocks noChangeArrowheads="1"/>
            </p:cNvSpPr>
            <p:nvPr/>
          </p:nvSpPr>
          <p:spPr bwMode="auto">
            <a:xfrm>
              <a:off x="2784" y="321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27" name="Oval 27"/>
            <p:cNvSpPr>
              <a:spLocks noChangeArrowheads="1"/>
            </p:cNvSpPr>
            <p:nvPr/>
          </p:nvSpPr>
          <p:spPr bwMode="auto">
            <a:xfrm>
              <a:off x="2784" y="312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28" name="Oval 28"/>
            <p:cNvSpPr>
              <a:spLocks noChangeArrowheads="1"/>
            </p:cNvSpPr>
            <p:nvPr/>
          </p:nvSpPr>
          <p:spPr bwMode="auto">
            <a:xfrm>
              <a:off x="2544" y="326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29" name="Oval 29"/>
            <p:cNvSpPr>
              <a:spLocks noChangeArrowheads="1"/>
            </p:cNvSpPr>
            <p:nvPr/>
          </p:nvSpPr>
          <p:spPr bwMode="auto">
            <a:xfrm>
              <a:off x="2928" y="321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30" name="Oval 30"/>
            <p:cNvSpPr>
              <a:spLocks noChangeArrowheads="1"/>
            </p:cNvSpPr>
            <p:nvPr/>
          </p:nvSpPr>
          <p:spPr bwMode="auto">
            <a:xfrm>
              <a:off x="3024" y="331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31" name="Oval 31"/>
            <p:cNvSpPr>
              <a:spLocks noChangeArrowheads="1"/>
            </p:cNvSpPr>
            <p:nvPr/>
          </p:nvSpPr>
          <p:spPr bwMode="auto">
            <a:xfrm>
              <a:off x="3120" y="340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32" name="Oval 32"/>
            <p:cNvSpPr>
              <a:spLocks noChangeArrowheads="1"/>
            </p:cNvSpPr>
            <p:nvPr/>
          </p:nvSpPr>
          <p:spPr bwMode="auto">
            <a:xfrm>
              <a:off x="3264" y="321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33" name="Oval 33"/>
            <p:cNvSpPr>
              <a:spLocks noChangeArrowheads="1"/>
            </p:cNvSpPr>
            <p:nvPr/>
          </p:nvSpPr>
          <p:spPr bwMode="auto">
            <a:xfrm>
              <a:off x="2928" y="345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34" name="Oval 34"/>
            <p:cNvSpPr>
              <a:spLocks noChangeArrowheads="1"/>
            </p:cNvSpPr>
            <p:nvPr/>
          </p:nvSpPr>
          <p:spPr bwMode="auto">
            <a:xfrm>
              <a:off x="3120" y="326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35" name="Oval 35"/>
            <p:cNvSpPr>
              <a:spLocks noChangeArrowheads="1"/>
            </p:cNvSpPr>
            <p:nvPr/>
          </p:nvSpPr>
          <p:spPr bwMode="auto">
            <a:xfrm>
              <a:off x="3120" y="316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36" name="Oval 36"/>
            <p:cNvSpPr>
              <a:spLocks noChangeArrowheads="1"/>
            </p:cNvSpPr>
            <p:nvPr/>
          </p:nvSpPr>
          <p:spPr bwMode="auto">
            <a:xfrm>
              <a:off x="2880" y="331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</p:grpSp>
      <p:grpSp>
        <p:nvGrpSpPr>
          <p:cNvPr id="47107" name="Group 37"/>
          <p:cNvGrpSpPr>
            <a:grpSpLocks/>
          </p:cNvGrpSpPr>
          <p:nvPr/>
        </p:nvGrpSpPr>
        <p:grpSpPr bwMode="auto">
          <a:xfrm>
            <a:off x="2695575" y="1189038"/>
            <a:ext cx="1905000" cy="990600"/>
            <a:chOff x="2640" y="2976"/>
            <a:chExt cx="1200" cy="624"/>
          </a:xfrm>
        </p:grpSpPr>
        <p:sp>
          <p:nvSpPr>
            <p:cNvPr id="47117" name="Oval 38"/>
            <p:cNvSpPr>
              <a:spLocks noChangeArrowheads="1"/>
            </p:cNvSpPr>
            <p:nvPr/>
          </p:nvSpPr>
          <p:spPr bwMode="auto">
            <a:xfrm>
              <a:off x="3120" y="3024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7118" name="Oval 39"/>
            <p:cNvSpPr>
              <a:spLocks noChangeArrowheads="1"/>
            </p:cNvSpPr>
            <p:nvPr/>
          </p:nvSpPr>
          <p:spPr bwMode="auto">
            <a:xfrm>
              <a:off x="3216" y="3120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7119" name="Oval 40"/>
            <p:cNvSpPr>
              <a:spLocks noChangeArrowheads="1"/>
            </p:cNvSpPr>
            <p:nvPr/>
          </p:nvSpPr>
          <p:spPr bwMode="auto">
            <a:xfrm>
              <a:off x="3312" y="3216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7120" name="Oval 41"/>
            <p:cNvSpPr>
              <a:spLocks noChangeArrowheads="1"/>
            </p:cNvSpPr>
            <p:nvPr/>
          </p:nvSpPr>
          <p:spPr bwMode="auto">
            <a:xfrm>
              <a:off x="3456" y="2976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7121" name="Oval 42"/>
            <p:cNvSpPr>
              <a:spLocks noChangeArrowheads="1"/>
            </p:cNvSpPr>
            <p:nvPr/>
          </p:nvSpPr>
          <p:spPr bwMode="auto">
            <a:xfrm>
              <a:off x="3120" y="3264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7122" name="Oval 43"/>
            <p:cNvSpPr>
              <a:spLocks noChangeArrowheads="1"/>
            </p:cNvSpPr>
            <p:nvPr/>
          </p:nvSpPr>
          <p:spPr bwMode="auto">
            <a:xfrm>
              <a:off x="3312" y="3072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7123" name="Oval 44"/>
            <p:cNvSpPr>
              <a:spLocks noChangeArrowheads="1"/>
            </p:cNvSpPr>
            <p:nvPr/>
          </p:nvSpPr>
          <p:spPr bwMode="auto">
            <a:xfrm>
              <a:off x="3312" y="2976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7124" name="Oval 45"/>
            <p:cNvSpPr>
              <a:spLocks noChangeArrowheads="1"/>
            </p:cNvSpPr>
            <p:nvPr/>
          </p:nvSpPr>
          <p:spPr bwMode="auto">
            <a:xfrm>
              <a:off x="3072" y="3120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7125" name="Oval 46"/>
            <p:cNvSpPr>
              <a:spLocks noChangeArrowheads="1"/>
            </p:cNvSpPr>
            <p:nvPr/>
          </p:nvSpPr>
          <p:spPr bwMode="auto">
            <a:xfrm>
              <a:off x="3456" y="3072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7126" name="Oval 47"/>
            <p:cNvSpPr>
              <a:spLocks noChangeArrowheads="1"/>
            </p:cNvSpPr>
            <p:nvPr/>
          </p:nvSpPr>
          <p:spPr bwMode="auto">
            <a:xfrm>
              <a:off x="3552" y="3168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7127" name="Oval 48"/>
            <p:cNvSpPr>
              <a:spLocks noChangeArrowheads="1"/>
            </p:cNvSpPr>
            <p:nvPr/>
          </p:nvSpPr>
          <p:spPr bwMode="auto">
            <a:xfrm>
              <a:off x="3648" y="3264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7128" name="Oval 49"/>
            <p:cNvSpPr>
              <a:spLocks noChangeArrowheads="1"/>
            </p:cNvSpPr>
            <p:nvPr/>
          </p:nvSpPr>
          <p:spPr bwMode="auto">
            <a:xfrm>
              <a:off x="3792" y="3072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7129" name="Oval 50"/>
            <p:cNvSpPr>
              <a:spLocks noChangeArrowheads="1"/>
            </p:cNvSpPr>
            <p:nvPr/>
          </p:nvSpPr>
          <p:spPr bwMode="auto">
            <a:xfrm>
              <a:off x="3456" y="3312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7130" name="Oval 51"/>
            <p:cNvSpPr>
              <a:spLocks noChangeArrowheads="1"/>
            </p:cNvSpPr>
            <p:nvPr/>
          </p:nvSpPr>
          <p:spPr bwMode="auto">
            <a:xfrm>
              <a:off x="3648" y="3120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7131" name="Oval 52"/>
            <p:cNvSpPr>
              <a:spLocks noChangeArrowheads="1"/>
            </p:cNvSpPr>
            <p:nvPr/>
          </p:nvSpPr>
          <p:spPr bwMode="auto">
            <a:xfrm>
              <a:off x="3648" y="3024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7132" name="Oval 53"/>
            <p:cNvSpPr>
              <a:spLocks noChangeArrowheads="1"/>
            </p:cNvSpPr>
            <p:nvPr/>
          </p:nvSpPr>
          <p:spPr bwMode="auto">
            <a:xfrm>
              <a:off x="3408" y="3168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7133" name="Oval 54"/>
            <p:cNvSpPr>
              <a:spLocks noChangeArrowheads="1"/>
            </p:cNvSpPr>
            <p:nvPr/>
          </p:nvSpPr>
          <p:spPr bwMode="auto">
            <a:xfrm>
              <a:off x="2688" y="3264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7134" name="Oval 55"/>
            <p:cNvSpPr>
              <a:spLocks noChangeArrowheads="1"/>
            </p:cNvSpPr>
            <p:nvPr/>
          </p:nvSpPr>
          <p:spPr bwMode="auto">
            <a:xfrm>
              <a:off x="2784" y="3360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7135" name="Oval 56"/>
            <p:cNvSpPr>
              <a:spLocks noChangeArrowheads="1"/>
            </p:cNvSpPr>
            <p:nvPr/>
          </p:nvSpPr>
          <p:spPr bwMode="auto">
            <a:xfrm>
              <a:off x="2880" y="3456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7136" name="Oval 57"/>
            <p:cNvSpPr>
              <a:spLocks noChangeArrowheads="1"/>
            </p:cNvSpPr>
            <p:nvPr/>
          </p:nvSpPr>
          <p:spPr bwMode="auto">
            <a:xfrm>
              <a:off x="3024" y="3216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7137" name="Oval 58"/>
            <p:cNvSpPr>
              <a:spLocks noChangeArrowheads="1"/>
            </p:cNvSpPr>
            <p:nvPr/>
          </p:nvSpPr>
          <p:spPr bwMode="auto">
            <a:xfrm>
              <a:off x="2688" y="3504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7138" name="Oval 59"/>
            <p:cNvSpPr>
              <a:spLocks noChangeArrowheads="1"/>
            </p:cNvSpPr>
            <p:nvPr/>
          </p:nvSpPr>
          <p:spPr bwMode="auto">
            <a:xfrm>
              <a:off x="2880" y="3312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7139" name="Oval 60"/>
            <p:cNvSpPr>
              <a:spLocks noChangeArrowheads="1"/>
            </p:cNvSpPr>
            <p:nvPr/>
          </p:nvSpPr>
          <p:spPr bwMode="auto">
            <a:xfrm>
              <a:off x="2880" y="3216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7140" name="Oval 61"/>
            <p:cNvSpPr>
              <a:spLocks noChangeArrowheads="1"/>
            </p:cNvSpPr>
            <p:nvPr/>
          </p:nvSpPr>
          <p:spPr bwMode="auto">
            <a:xfrm>
              <a:off x="2640" y="3360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7141" name="Oval 62"/>
            <p:cNvSpPr>
              <a:spLocks noChangeArrowheads="1"/>
            </p:cNvSpPr>
            <p:nvPr/>
          </p:nvSpPr>
          <p:spPr bwMode="auto">
            <a:xfrm>
              <a:off x="3024" y="3312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7142" name="Oval 63"/>
            <p:cNvSpPr>
              <a:spLocks noChangeArrowheads="1"/>
            </p:cNvSpPr>
            <p:nvPr/>
          </p:nvSpPr>
          <p:spPr bwMode="auto">
            <a:xfrm>
              <a:off x="3120" y="3408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7143" name="Oval 64"/>
            <p:cNvSpPr>
              <a:spLocks noChangeArrowheads="1"/>
            </p:cNvSpPr>
            <p:nvPr/>
          </p:nvSpPr>
          <p:spPr bwMode="auto">
            <a:xfrm>
              <a:off x="3216" y="3504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7144" name="Oval 65"/>
            <p:cNvSpPr>
              <a:spLocks noChangeArrowheads="1"/>
            </p:cNvSpPr>
            <p:nvPr/>
          </p:nvSpPr>
          <p:spPr bwMode="auto">
            <a:xfrm>
              <a:off x="3360" y="3312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7145" name="Oval 66"/>
            <p:cNvSpPr>
              <a:spLocks noChangeArrowheads="1"/>
            </p:cNvSpPr>
            <p:nvPr/>
          </p:nvSpPr>
          <p:spPr bwMode="auto">
            <a:xfrm>
              <a:off x="3024" y="3552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7146" name="Oval 67"/>
            <p:cNvSpPr>
              <a:spLocks noChangeArrowheads="1"/>
            </p:cNvSpPr>
            <p:nvPr/>
          </p:nvSpPr>
          <p:spPr bwMode="auto">
            <a:xfrm>
              <a:off x="3216" y="3360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7147" name="Oval 68"/>
            <p:cNvSpPr>
              <a:spLocks noChangeArrowheads="1"/>
            </p:cNvSpPr>
            <p:nvPr/>
          </p:nvSpPr>
          <p:spPr bwMode="auto">
            <a:xfrm>
              <a:off x="3216" y="3264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  <p:sp>
          <p:nvSpPr>
            <p:cNvPr id="47148" name="Oval 69"/>
            <p:cNvSpPr>
              <a:spLocks noChangeArrowheads="1"/>
            </p:cNvSpPr>
            <p:nvPr/>
          </p:nvSpPr>
          <p:spPr bwMode="auto">
            <a:xfrm>
              <a:off x="2976" y="3408"/>
              <a:ext cx="48" cy="48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s-ES" altLang="es-ES" sz="2800" i="0"/>
            </a:p>
          </p:txBody>
        </p:sp>
      </p:grpSp>
      <p:sp>
        <p:nvSpPr>
          <p:cNvPr id="47108" name="Line 70"/>
          <p:cNvSpPr>
            <a:spLocks noChangeShapeType="1"/>
          </p:cNvSpPr>
          <p:nvPr/>
        </p:nvSpPr>
        <p:spPr bwMode="auto">
          <a:xfrm rot="1388400" flipV="1">
            <a:off x="2724150" y="1423988"/>
            <a:ext cx="388620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47109" name="Line 71"/>
          <p:cNvSpPr>
            <a:spLocks noChangeShapeType="1"/>
          </p:cNvSpPr>
          <p:nvPr/>
        </p:nvSpPr>
        <p:spPr bwMode="auto">
          <a:xfrm rot="1388400" flipH="1" flipV="1">
            <a:off x="2270125" y="354013"/>
            <a:ext cx="885825" cy="1981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47110" name="Flecha abajo 71"/>
          <p:cNvSpPr>
            <a:spLocks noChangeArrowheads="1"/>
          </p:cNvSpPr>
          <p:nvPr/>
        </p:nvSpPr>
        <p:spPr bwMode="auto">
          <a:xfrm>
            <a:off x="4211638" y="2646363"/>
            <a:ext cx="541337" cy="720725"/>
          </a:xfrm>
          <a:prstGeom prst="downArrow">
            <a:avLst>
              <a:gd name="adj1" fmla="val 50000"/>
              <a:gd name="adj2" fmla="val 50013"/>
            </a:avLst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grpSp>
        <p:nvGrpSpPr>
          <p:cNvPr id="140" name="Group 4"/>
          <p:cNvGrpSpPr>
            <a:grpSpLocks/>
          </p:cNvGrpSpPr>
          <p:nvPr/>
        </p:nvGrpSpPr>
        <p:grpSpPr bwMode="auto">
          <a:xfrm>
            <a:off x="4510962" y="3779849"/>
            <a:ext cx="1905000" cy="990600"/>
            <a:chOff x="2544" y="2880"/>
            <a:chExt cx="1200" cy="624"/>
          </a:xfrm>
          <a:solidFill>
            <a:schemeClr val="bg1"/>
          </a:solidFill>
        </p:grpSpPr>
        <p:sp>
          <p:nvSpPr>
            <p:cNvPr id="141" name="Oval 5"/>
            <p:cNvSpPr>
              <a:spLocks noChangeArrowheads="1"/>
            </p:cNvSpPr>
            <p:nvPr/>
          </p:nvSpPr>
          <p:spPr bwMode="auto">
            <a:xfrm>
              <a:off x="3024" y="292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42" name="Oval 6"/>
            <p:cNvSpPr>
              <a:spLocks noChangeArrowheads="1"/>
            </p:cNvSpPr>
            <p:nvPr/>
          </p:nvSpPr>
          <p:spPr bwMode="auto">
            <a:xfrm>
              <a:off x="3120" y="302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43" name="Oval 7"/>
            <p:cNvSpPr>
              <a:spLocks noChangeArrowheads="1"/>
            </p:cNvSpPr>
            <p:nvPr/>
          </p:nvSpPr>
          <p:spPr bwMode="auto">
            <a:xfrm>
              <a:off x="3216" y="312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44" name="Oval 8"/>
            <p:cNvSpPr>
              <a:spLocks noChangeArrowheads="1"/>
            </p:cNvSpPr>
            <p:nvPr/>
          </p:nvSpPr>
          <p:spPr bwMode="auto">
            <a:xfrm>
              <a:off x="3360" y="288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45" name="Oval 9"/>
            <p:cNvSpPr>
              <a:spLocks noChangeArrowheads="1"/>
            </p:cNvSpPr>
            <p:nvPr/>
          </p:nvSpPr>
          <p:spPr bwMode="auto">
            <a:xfrm>
              <a:off x="3024" y="316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46" name="Oval 10"/>
            <p:cNvSpPr>
              <a:spLocks noChangeArrowheads="1"/>
            </p:cNvSpPr>
            <p:nvPr/>
          </p:nvSpPr>
          <p:spPr bwMode="auto">
            <a:xfrm>
              <a:off x="3216" y="297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47" name="Oval 11"/>
            <p:cNvSpPr>
              <a:spLocks noChangeArrowheads="1"/>
            </p:cNvSpPr>
            <p:nvPr/>
          </p:nvSpPr>
          <p:spPr bwMode="auto">
            <a:xfrm>
              <a:off x="3216" y="288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48" name="Oval 12"/>
            <p:cNvSpPr>
              <a:spLocks noChangeArrowheads="1"/>
            </p:cNvSpPr>
            <p:nvPr/>
          </p:nvSpPr>
          <p:spPr bwMode="auto">
            <a:xfrm>
              <a:off x="2976" y="302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49" name="Oval 13"/>
            <p:cNvSpPr>
              <a:spLocks noChangeArrowheads="1"/>
            </p:cNvSpPr>
            <p:nvPr/>
          </p:nvSpPr>
          <p:spPr bwMode="auto">
            <a:xfrm>
              <a:off x="3360" y="297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50" name="Oval 14"/>
            <p:cNvSpPr>
              <a:spLocks noChangeArrowheads="1"/>
            </p:cNvSpPr>
            <p:nvPr/>
          </p:nvSpPr>
          <p:spPr bwMode="auto">
            <a:xfrm>
              <a:off x="3456" y="307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51" name="Oval 15"/>
            <p:cNvSpPr>
              <a:spLocks noChangeArrowheads="1"/>
            </p:cNvSpPr>
            <p:nvPr/>
          </p:nvSpPr>
          <p:spPr bwMode="auto">
            <a:xfrm>
              <a:off x="3552" y="316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52" name="Oval 16"/>
            <p:cNvSpPr>
              <a:spLocks noChangeArrowheads="1"/>
            </p:cNvSpPr>
            <p:nvPr/>
          </p:nvSpPr>
          <p:spPr bwMode="auto">
            <a:xfrm>
              <a:off x="3696" y="297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53" name="Oval 17"/>
            <p:cNvSpPr>
              <a:spLocks noChangeArrowheads="1"/>
            </p:cNvSpPr>
            <p:nvPr/>
          </p:nvSpPr>
          <p:spPr bwMode="auto">
            <a:xfrm>
              <a:off x="3360" y="321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54" name="Oval 18"/>
            <p:cNvSpPr>
              <a:spLocks noChangeArrowheads="1"/>
            </p:cNvSpPr>
            <p:nvPr/>
          </p:nvSpPr>
          <p:spPr bwMode="auto">
            <a:xfrm>
              <a:off x="3552" y="302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55" name="Oval 19"/>
            <p:cNvSpPr>
              <a:spLocks noChangeArrowheads="1"/>
            </p:cNvSpPr>
            <p:nvPr/>
          </p:nvSpPr>
          <p:spPr bwMode="auto">
            <a:xfrm>
              <a:off x="3552" y="292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56" name="Oval 20"/>
            <p:cNvSpPr>
              <a:spLocks noChangeArrowheads="1"/>
            </p:cNvSpPr>
            <p:nvPr/>
          </p:nvSpPr>
          <p:spPr bwMode="auto">
            <a:xfrm>
              <a:off x="3312" y="307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57" name="Oval 21"/>
            <p:cNvSpPr>
              <a:spLocks noChangeArrowheads="1"/>
            </p:cNvSpPr>
            <p:nvPr/>
          </p:nvSpPr>
          <p:spPr bwMode="auto">
            <a:xfrm>
              <a:off x="2592" y="316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58" name="Oval 22"/>
            <p:cNvSpPr>
              <a:spLocks noChangeArrowheads="1"/>
            </p:cNvSpPr>
            <p:nvPr/>
          </p:nvSpPr>
          <p:spPr bwMode="auto">
            <a:xfrm>
              <a:off x="2688" y="326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59" name="Oval 23"/>
            <p:cNvSpPr>
              <a:spLocks noChangeArrowheads="1"/>
            </p:cNvSpPr>
            <p:nvPr/>
          </p:nvSpPr>
          <p:spPr bwMode="auto">
            <a:xfrm>
              <a:off x="2784" y="336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60" name="Oval 24"/>
            <p:cNvSpPr>
              <a:spLocks noChangeArrowheads="1"/>
            </p:cNvSpPr>
            <p:nvPr/>
          </p:nvSpPr>
          <p:spPr bwMode="auto">
            <a:xfrm>
              <a:off x="2928" y="312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61" name="Oval 25"/>
            <p:cNvSpPr>
              <a:spLocks noChangeArrowheads="1"/>
            </p:cNvSpPr>
            <p:nvPr/>
          </p:nvSpPr>
          <p:spPr bwMode="auto">
            <a:xfrm>
              <a:off x="2592" y="340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62" name="Oval 26"/>
            <p:cNvSpPr>
              <a:spLocks noChangeArrowheads="1"/>
            </p:cNvSpPr>
            <p:nvPr/>
          </p:nvSpPr>
          <p:spPr bwMode="auto">
            <a:xfrm>
              <a:off x="2784" y="321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63" name="Oval 27"/>
            <p:cNvSpPr>
              <a:spLocks noChangeArrowheads="1"/>
            </p:cNvSpPr>
            <p:nvPr/>
          </p:nvSpPr>
          <p:spPr bwMode="auto">
            <a:xfrm>
              <a:off x="2784" y="312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64" name="Oval 28"/>
            <p:cNvSpPr>
              <a:spLocks noChangeArrowheads="1"/>
            </p:cNvSpPr>
            <p:nvPr/>
          </p:nvSpPr>
          <p:spPr bwMode="auto">
            <a:xfrm>
              <a:off x="2544" y="326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65" name="Oval 29"/>
            <p:cNvSpPr>
              <a:spLocks noChangeArrowheads="1"/>
            </p:cNvSpPr>
            <p:nvPr/>
          </p:nvSpPr>
          <p:spPr bwMode="auto">
            <a:xfrm>
              <a:off x="2928" y="321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66" name="Oval 30"/>
            <p:cNvSpPr>
              <a:spLocks noChangeArrowheads="1"/>
            </p:cNvSpPr>
            <p:nvPr/>
          </p:nvSpPr>
          <p:spPr bwMode="auto">
            <a:xfrm>
              <a:off x="3024" y="331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67" name="Oval 31"/>
            <p:cNvSpPr>
              <a:spLocks noChangeArrowheads="1"/>
            </p:cNvSpPr>
            <p:nvPr/>
          </p:nvSpPr>
          <p:spPr bwMode="auto">
            <a:xfrm>
              <a:off x="3120" y="340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68" name="Oval 32"/>
            <p:cNvSpPr>
              <a:spLocks noChangeArrowheads="1"/>
            </p:cNvSpPr>
            <p:nvPr/>
          </p:nvSpPr>
          <p:spPr bwMode="auto">
            <a:xfrm>
              <a:off x="3264" y="321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69" name="Oval 33"/>
            <p:cNvSpPr>
              <a:spLocks noChangeArrowheads="1"/>
            </p:cNvSpPr>
            <p:nvPr/>
          </p:nvSpPr>
          <p:spPr bwMode="auto">
            <a:xfrm>
              <a:off x="2928" y="345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70" name="Oval 34"/>
            <p:cNvSpPr>
              <a:spLocks noChangeArrowheads="1"/>
            </p:cNvSpPr>
            <p:nvPr/>
          </p:nvSpPr>
          <p:spPr bwMode="auto">
            <a:xfrm>
              <a:off x="3120" y="326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71" name="Oval 35"/>
            <p:cNvSpPr>
              <a:spLocks noChangeArrowheads="1"/>
            </p:cNvSpPr>
            <p:nvPr/>
          </p:nvSpPr>
          <p:spPr bwMode="auto">
            <a:xfrm>
              <a:off x="3120" y="316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72" name="Oval 36"/>
            <p:cNvSpPr>
              <a:spLocks noChangeArrowheads="1"/>
            </p:cNvSpPr>
            <p:nvPr/>
          </p:nvSpPr>
          <p:spPr bwMode="auto">
            <a:xfrm>
              <a:off x="2880" y="331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</p:grpSp>
      <p:grpSp>
        <p:nvGrpSpPr>
          <p:cNvPr id="173" name="Group 37"/>
          <p:cNvGrpSpPr>
            <a:grpSpLocks/>
          </p:cNvGrpSpPr>
          <p:nvPr/>
        </p:nvGrpSpPr>
        <p:grpSpPr bwMode="auto">
          <a:xfrm>
            <a:off x="2758362" y="4521632"/>
            <a:ext cx="1905000" cy="990600"/>
            <a:chOff x="2640" y="2976"/>
            <a:chExt cx="1200" cy="624"/>
          </a:xfrm>
          <a:solidFill>
            <a:schemeClr val="bg1"/>
          </a:solidFill>
        </p:grpSpPr>
        <p:sp>
          <p:nvSpPr>
            <p:cNvPr id="174" name="Oval 38"/>
            <p:cNvSpPr>
              <a:spLocks noChangeArrowheads="1"/>
            </p:cNvSpPr>
            <p:nvPr/>
          </p:nvSpPr>
          <p:spPr bwMode="auto">
            <a:xfrm>
              <a:off x="3120" y="302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75" name="Oval 39"/>
            <p:cNvSpPr>
              <a:spLocks noChangeArrowheads="1"/>
            </p:cNvSpPr>
            <p:nvPr/>
          </p:nvSpPr>
          <p:spPr bwMode="auto">
            <a:xfrm>
              <a:off x="3216" y="312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76" name="Oval 40"/>
            <p:cNvSpPr>
              <a:spLocks noChangeArrowheads="1"/>
            </p:cNvSpPr>
            <p:nvPr/>
          </p:nvSpPr>
          <p:spPr bwMode="auto">
            <a:xfrm>
              <a:off x="3312" y="321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77" name="Oval 41"/>
            <p:cNvSpPr>
              <a:spLocks noChangeArrowheads="1"/>
            </p:cNvSpPr>
            <p:nvPr/>
          </p:nvSpPr>
          <p:spPr bwMode="auto">
            <a:xfrm>
              <a:off x="3456" y="297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78" name="Oval 42"/>
            <p:cNvSpPr>
              <a:spLocks noChangeArrowheads="1"/>
            </p:cNvSpPr>
            <p:nvPr/>
          </p:nvSpPr>
          <p:spPr bwMode="auto">
            <a:xfrm>
              <a:off x="3120" y="326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79" name="Oval 43"/>
            <p:cNvSpPr>
              <a:spLocks noChangeArrowheads="1"/>
            </p:cNvSpPr>
            <p:nvPr/>
          </p:nvSpPr>
          <p:spPr bwMode="auto">
            <a:xfrm>
              <a:off x="3312" y="307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80" name="Oval 44"/>
            <p:cNvSpPr>
              <a:spLocks noChangeArrowheads="1"/>
            </p:cNvSpPr>
            <p:nvPr/>
          </p:nvSpPr>
          <p:spPr bwMode="auto">
            <a:xfrm>
              <a:off x="3312" y="297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81" name="Oval 45"/>
            <p:cNvSpPr>
              <a:spLocks noChangeArrowheads="1"/>
            </p:cNvSpPr>
            <p:nvPr/>
          </p:nvSpPr>
          <p:spPr bwMode="auto">
            <a:xfrm>
              <a:off x="3072" y="312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82" name="Oval 46"/>
            <p:cNvSpPr>
              <a:spLocks noChangeArrowheads="1"/>
            </p:cNvSpPr>
            <p:nvPr/>
          </p:nvSpPr>
          <p:spPr bwMode="auto">
            <a:xfrm>
              <a:off x="3456" y="307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83" name="Oval 47"/>
            <p:cNvSpPr>
              <a:spLocks noChangeArrowheads="1"/>
            </p:cNvSpPr>
            <p:nvPr/>
          </p:nvSpPr>
          <p:spPr bwMode="auto">
            <a:xfrm>
              <a:off x="3552" y="316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84" name="Oval 48"/>
            <p:cNvSpPr>
              <a:spLocks noChangeArrowheads="1"/>
            </p:cNvSpPr>
            <p:nvPr/>
          </p:nvSpPr>
          <p:spPr bwMode="auto">
            <a:xfrm>
              <a:off x="3648" y="326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85" name="Oval 49"/>
            <p:cNvSpPr>
              <a:spLocks noChangeArrowheads="1"/>
            </p:cNvSpPr>
            <p:nvPr/>
          </p:nvSpPr>
          <p:spPr bwMode="auto">
            <a:xfrm>
              <a:off x="3792" y="307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86" name="Oval 50"/>
            <p:cNvSpPr>
              <a:spLocks noChangeArrowheads="1"/>
            </p:cNvSpPr>
            <p:nvPr/>
          </p:nvSpPr>
          <p:spPr bwMode="auto">
            <a:xfrm>
              <a:off x="3456" y="331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87" name="Oval 51"/>
            <p:cNvSpPr>
              <a:spLocks noChangeArrowheads="1"/>
            </p:cNvSpPr>
            <p:nvPr/>
          </p:nvSpPr>
          <p:spPr bwMode="auto">
            <a:xfrm>
              <a:off x="3648" y="312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88" name="Oval 52"/>
            <p:cNvSpPr>
              <a:spLocks noChangeArrowheads="1"/>
            </p:cNvSpPr>
            <p:nvPr/>
          </p:nvSpPr>
          <p:spPr bwMode="auto">
            <a:xfrm>
              <a:off x="3648" y="302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89" name="Oval 53"/>
            <p:cNvSpPr>
              <a:spLocks noChangeArrowheads="1"/>
            </p:cNvSpPr>
            <p:nvPr/>
          </p:nvSpPr>
          <p:spPr bwMode="auto">
            <a:xfrm>
              <a:off x="3408" y="316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90" name="Oval 54"/>
            <p:cNvSpPr>
              <a:spLocks noChangeArrowheads="1"/>
            </p:cNvSpPr>
            <p:nvPr/>
          </p:nvSpPr>
          <p:spPr bwMode="auto">
            <a:xfrm>
              <a:off x="2688" y="326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91" name="Oval 55"/>
            <p:cNvSpPr>
              <a:spLocks noChangeArrowheads="1"/>
            </p:cNvSpPr>
            <p:nvPr/>
          </p:nvSpPr>
          <p:spPr bwMode="auto">
            <a:xfrm>
              <a:off x="2784" y="336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92" name="Oval 56"/>
            <p:cNvSpPr>
              <a:spLocks noChangeArrowheads="1"/>
            </p:cNvSpPr>
            <p:nvPr/>
          </p:nvSpPr>
          <p:spPr bwMode="auto">
            <a:xfrm>
              <a:off x="2880" y="345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93" name="Oval 57"/>
            <p:cNvSpPr>
              <a:spLocks noChangeArrowheads="1"/>
            </p:cNvSpPr>
            <p:nvPr/>
          </p:nvSpPr>
          <p:spPr bwMode="auto">
            <a:xfrm>
              <a:off x="3024" y="321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94" name="Oval 58"/>
            <p:cNvSpPr>
              <a:spLocks noChangeArrowheads="1"/>
            </p:cNvSpPr>
            <p:nvPr/>
          </p:nvSpPr>
          <p:spPr bwMode="auto">
            <a:xfrm>
              <a:off x="2688" y="350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95" name="Oval 59"/>
            <p:cNvSpPr>
              <a:spLocks noChangeArrowheads="1"/>
            </p:cNvSpPr>
            <p:nvPr/>
          </p:nvSpPr>
          <p:spPr bwMode="auto">
            <a:xfrm>
              <a:off x="2880" y="331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96" name="Oval 60"/>
            <p:cNvSpPr>
              <a:spLocks noChangeArrowheads="1"/>
            </p:cNvSpPr>
            <p:nvPr/>
          </p:nvSpPr>
          <p:spPr bwMode="auto">
            <a:xfrm>
              <a:off x="2880" y="321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97" name="Oval 61"/>
            <p:cNvSpPr>
              <a:spLocks noChangeArrowheads="1"/>
            </p:cNvSpPr>
            <p:nvPr/>
          </p:nvSpPr>
          <p:spPr bwMode="auto">
            <a:xfrm>
              <a:off x="2640" y="336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98" name="Oval 62"/>
            <p:cNvSpPr>
              <a:spLocks noChangeArrowheads="1"/>
            </p:cNvSpPr>
            <p:nvPr/>
          </p:nvSpPr>
          <p:spPr bwMode="auto">
            <a:xfrm>
              <a:off x="3024" y="331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99" name="Oval 63"/>
            <p:cNvSpPr>
              <a:spLocks noChangeArrowheads="1"/>
            </p:cNvSpPr>
            <p:nvPr/>
          </p:nvSpPr>
          <p:spPr bwMode="auto">
            <a:xfrm>
              <a:off x="3120" y="340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200" name="Oval 64"/>
            <p:cNvSpPr>
              <a:spLocks noChangeArrowheads="1"/>
            </p:cNvSpPr>
            <p:nvPr/>
          </p:nvSpPr>
          <p:spPr bwMode="auto">
            <a:xfrm>
              <a:off x="3216" y="350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201" name="Oval 65"/>
            <p:cNvSpPr>
              <a:spLocks noChangeArrowheads="1"/>
            </p:cNvSpPr>
            <p:nvPr/>
          </p:nvSpPr>
          <p:spPr bwMode="auto">
            <a:xfrm>
              <a:off x="3360" y="331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202" name="Oval 66"/>
            <p:cNvSpPr>
              <a:spLocks noChangeArrowheads="1"/>
            </p:cNvSpPr>
            <p:nvPr/>
          </p:nvSpPr>
          <p:spPr bwMode="auto">
            <a:xfrm>
              <a:off x="3024" y="355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203" name="Oval 67"/>
            <p:cNvSpPr>
              <a:spLocks noChangeArrowheads="1"/>
            </p:cNvSpPr>
            <p:nvPr/>
          </p:nvSpPr>
          <p:spPr bwMode="auto">
            <a:xfrm>
              <a:off x="3216" y="336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204" name="Oval 68"/>
            <p:cNvSpPr>
              <a:spLocks noChangeArrowheads="1"/>
            </p:cNvSpPr>
            <p:nvPr/>
          </p:nvSpPr>
          <p:spPr bwMode="auto">
            <a:xfrm>
              <a:off x="3216" y="326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205" name="Oval 69"/>
            <p:cNvSpPr>
              <a:spLocks noChangeArrowheads="1"/>
            </p:cNvSpPr>
            <p:nvPr/>
          </p:nvSpPr>
          <p:spPr bwMode="auto">
            <a:xfrm>
              <a:off x="2976" y="340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</p:grpSp>
      <p:sp>
        <p:nvSpPr>
          <p:cNvPr id="47113" name="Line 70"/>
          <p:cNvSpPr>
            <a:spLocks noChangeShapeType="1"/>
          </p:cNvSpPr>
          <p:nvPr/>
        </p:nvSpPr>
        <p:spPr bwMode="auto">
          <a:xfrm rot="1388400" flipV="1">
            <a:off x="2787650" y="4756150"/>
            <a:ext cx="388620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47114" name="Line 71"/>
          <p:cNvSpPr>
            <a:spLocks noChangeShapeType="1"/>
          </p:cNvSpPr>
          <p:nvPr/>
        </p:nvSpPr>
        <p:spPr bwMode="auto">
          <a:xfrm rot="1388400" flipH="1" flipV="1">
            <a:off x="2333625" y="3686175"/>
            <a:ext cx="885825" cy="1981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47115" name="CuadroTexto 207"/>
          <p:cNvSpPr txBox="1">
            <a:spLocks noChangeArrowheads="1"/>
          </p:cNvSpPr>
          <p:nvPr/>
        </p:nvSpPr>
        <p:spPr bwMode="auto">
          <a:xfrm>
            <a:off x="4762500" y="2646363"/>
            <a:ext cx="60769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" altLang="es-ES" sz="2800" i="0"/>
              <a:t>No se tiene en cuenta la y</a:t>
            </a:r>
          </a:p>
        </p:txBody>
      </p:sp>
      <p:sp>
        <p:nvSpPr>
          <p:cNvPr id="47116" name="Flecha abajo 208"/>
          <p:cNvSpPr>
            <a:spLocks noChangeArrowheads="1"/>
          </p:cNvSpPr>
          <p:nvPr/>
        </p:nvSpPr>
        <p:spPr bwMode="auto">
          <a:xfrm>
            <a:off x="4349750" y="5943600"/>
            <a:ext cx="539750" cy="720725"/>
          </a:xfrm>
          <a:prstGeom prst="downArrow">
            <a:avLst>
              <a:gd name="adj1" fmla="val 50000"/>
              <a:gd name="adj2" fmla="val 50160"/>
            </a:avLst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2753308" y="1314920"/>
            <a:ext cx="1905000" cy="990600"/>
            <a:chOff x="2544" y="2880"/>
            <a:chExt cx="1200" cy="624"/>
          </a:xfrm>
          <a:noFill/>
        </p:grpSpPr>
        <p:sp>
          <p:nvSpPr>
            <p:cNvPr id="5" name="Oval 5"/>
            <p:cNvSpPr>
              <a:spLocks noChangeArrowheads="1"/>
            </p:cNvSpPr>
            <p:nvPr/>
          </p:nvSpPr>
          <p:spPr bwMode="auto">
            <a:xfrm>
              <a:off x="3024" y="292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6" name="Oval 6"/>
            <p:cNvSpPr>
              <a:spLocks noChangeArrowheads="1"/>
            </p:cNvSpPr>
            <p:nvPr/>
          </p:nvSpPr>
          <p:spPr bwMode="auto">
            <a:xfrm>
              <a:off x="3120" y="302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7" name="Oval 7"/>
            <p:cNvSpPr>
              <a:spLocks noChangeArrowheads="1"/>
            </p:cNvSpPr>
            <p:nvPr/>
          </p:nvSpPr>
          <p:spPr bwMode="auto">
            <a:xfrm>
              <a:off x="3216" y="312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8" name="Oval 8"/>
            <p:cNvSpPr>
              <a:spLocks noChangeArrowheads="1"/>
            </p:cNvSpPr>
            <p:nvPr/>
          </p:nvSpPr>
          <p:spPr bwMode="auto">
            <a:xfrm>
              <a:off x="3360" y="288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9" name="Oval 9"/>
            <p:cNvSpPr>
              <a:spLocks noChangeArrowheads="1"/>
            </p:cNvSpPr>
            <p:nvPr/>
          </p:nvSpPr>
          <p:spPr bwMode="auto">
            <a:xfrm>
              <a:off x="3024" y="316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0" name="Oval 10"/>
            <p:cNvSpPr>
              <a:spLocks noChangeArrowheads="1"/>
            </p:cNvSpPr>
            <p:nvPr/>
          </p:nvSpPr>
          <p:spPr bwMode="auto">
            <a:xfrm>
              <a:off x="3216" y="297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1" name="Oval 11"/>
            <p:cNvSpPr>
              <a:spLocks noChangeArrowheads="1"/>
            </p:cNvSpPr>
            <p:nvPr/>
          </p:nvSpPr>
          <p:spPr bwMode="auto">
            <a:xfrm>
              <a:off x="3216" y="288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2" name="Oval 12"/>
            <p:cNvSpPr>
              <a:spLocks noChangeArrowheads="1"/>
            </p:cNvSpPr>
            <p:nvPr/>
          </p:nvSpPr>
          <p:spPr bwMode="auto">
            <a:xfrm>
              <a:off x="2976" y="302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3" name="Oval 13"/>
            <p:cNvSpPr>
              <a:spLocks noChangeArrowheads="1"/>
            </p:cNvSpPr>
            <p:nvPr/>
          </p:nvSpPr>
          <p:spPr bwMode="auto">
            <a:xfrm>
              <a:off x="3360" y="297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4" name="Oval 14"/>
            <p:cNvSpPr>
              <a:spLocks noChangeArrowheads="1"/>
            </p:cNvSpPr>
            <p:nvPr/>
          </p:nvSpPr>
          <p:spPr bwMode="auto">
            <a:xfrm>
              <a:off x="3456" y="307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5" name="Oval 15"/>
            <p:cNvSpPr>
              <a:spLocks noChangeArrowheads="1"/>
            </p:cNvSpPr>
            <p:nvPr/>
          </p:nvSpPr>
          <p:spPr bwMode="auto">
            <a:xfrm>
              <a:off x="3552" y="316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6" name="Oval 16"/>
            <p:cNvSpPr>
              <a:spLocks noChangeArrowheads="1"/>
            </p:cNvSpPr>
            <p:nvPr/>
          </p:nvSpPr>
          <p:spPr bwMode="auto">
            <a:xfrm>
              <a:off x="3696" y="297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7" name="Oval 17"/>
            <p:cNvSpPr>
              <a:spLocks noChangeArrowheads="1"/>
            </p:cNvSpPr>
            <p:nvPr/>
          </p:nvSpPr>
          <p:spPr bwMode="auto">
            <a:xfrm>
              <a:off x="3360" y="321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8" name="Oval 18"/>
            <p:cNvSpPr>
              <a:spLocks noChangeArrowheads="1"/>
            </p:cNvSpPr>
            <p:nvPr/>
          </p:nvSpPr>
          <p:spPr bwMode="auto">
            <a:xfrm>
              <a:off x="3552" y="302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9" name="Oval 19"/>
            <p:cNvSpPr>
              <a:spLocks noChangeArrowheads="1"/>
            </p:cNvSpPr>
            <p:nvPr/>
          </p:nvSpPr>
          <p:spPr bwMode="auto">
            <a:xfrm>
              <a:off x="3552" y="292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20" name="Oval 20"/>
            <p:cNvSpPr>
              <a:spLocks noChangeArrowheads="1"/>
            </p:cNvSpPr>
            <p:nvPr/>
          </p:nvSpPr>
          <p:spPr bwMode="auto">
            <a:xfrm>
              <a:off x="3312" y="307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21" name="Oval 21"/>
            <p:cNvSpPr>
              <a:spLocks noChangeArrowheads="1"/>
            </p:cNvSpPr>
            <p:nvPr/>
          </p:nvSpPr>
          <p:spPr bwMode="auto">
            <a:xfrm>
              <a:off x="2592" y="316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22" name="Oval 22"/>
            <p:cNvSpPr>
              <a:spLocks noChangeArrowheads="1"/>
            </p:cNvSpPr>
            <p:nvPr/>
          </p:nvSpPr>
          <p:spPr bwMode="auto">
            <a:xfrm>
              <a:off x="2688" y="326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23" name="Oval 23"/>
            <p:cNvSpPr>
              <a:spLocks noChangeArrowheads="1"/>
            </p:cNvSpPr>
            <p:nvPr/>
          </p:nvSpPr>
          <p:spPr bwMode="auto">
            <a:xfrm>
              <a:off x="2784" y="336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24" name="Oval 24"/>
            <p:cNvSpPr>
              <a:spLocks noChangeArrowheads="1"/>
            </p:cNvSpPr>
            <p:nvPr/>
          </p:nvSpPr>
          <p:spPr bwMode="auto">
            <a:xfrm>
              <a:off x="2928" y="312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25" name="Oval 25"/>
            <p:cNvSpPr>
              <a:spLocks noChangeArrowheads="1"/>
            </p:cNvSpPr>
            <p:nvPr/>
          </p:nvSpPr>
          <p:spPr bwMode="auto">
            <a:xfrm>
              <a:off x="2592" y="340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26" name="Oval 26"/>
            <p:cNvSpPr>
              <a:spLocks noChangeArrowheads="1"/>
            </p:cNvSpPr>
            <p:nvPr/>
          </p:nvSpPr>
          <p:spPr bwMode="auto">
            <a:xfrm>
              <a:off x="2784" y="321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27" name="Oval 27"/>
            <p:cNvSpPr>
              <a:spLocks noChangeArrowheads="1"/>
            </p:cNvSpPr>
            <p:nvPr/>
          </p:nvSpPr>
          <p:spPr bwMode="auto">
            <a:xfrm>
              <a:off x="2784" y="312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28" name="Oval 28"/>
            <p:cNvSpPr>
              <a:spLocks noChangeArrowheads="1"/>
            </p:cNvSpPr>
            <p:nvPr/>
          </p:nvSpPr>
          <p:spPr bwMode="auto">
            <a:xfrm>
              <a:off x="2544" y="326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29" name="Oval 29"/>
            <p:cNvSpPr>
              <a:spLocks noChangeArrowheads="1"/>
            </p:cNvSpPr>
            <p:nvPr/>
          </p:nvSpPr>
          <p:spPr bwMode="auto">
            <a:xfrm>
              <a:off x="2928" y="321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30" name="Oval 30"/>
            <p:cNvSpPr>
              <a:spLocks noChangeArrowheads="1"/>
            </p:cNvSpPr>
            <p:nvPr/>
          </p:nvSpPr>
          <p:spPr bwMode="auto">
            <a:xfrm>
              <a:off x="3024" y="331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31" name="Oval 31"/>
            <p:cNvSpPr>
              <a:spLocks noChangeArrowheads="1"/>
            </p:cNvSpPr>
            <p:nvPr/>
          </p:nvSpPr>
          <p:spPr bwMode="auto">
            <a:xfrm>
              <a:off x="3120" y="340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32" name="Oval 32"/>
            <p:cNvSpPr>
              <a:spLocks noChangeArrowheads="1"/>
            </p:cNvSpPr>
            <p:nvPr/>
          </p:nvSpPr>
          <p:spPr bwMode="auto">
            <a:xfrm>
              <a:off x="3264" y="321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33" name="Oval 33"/>
            <p:cNvSpPr>
              <a:spLocks noChangeArrowheads="1"/>
            </p:cNvSpPr>
            <p:nvPr/>
          </p:nvSpPr>
          <p:spPr bwMode="auto">
            <a:xfrm>
              <a:off x="2928" y="345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34" name="Oval 34"/>
            <p:cNvSpPr>
              <a:spLocks noChangeArrowheads="1"/>
            </p:cNvSpPr>
            <p:nvPr/>
          </p:nvSpPr>
          <p:spPr bwMode="auto">
            <a:xfrm>
              <a:off x="3120" y="326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35" name="Oval 35"/>
            <p:cNvSpPr>
              <a:spLocks noChangeArrowheads="1"/>
            </p:cNvSpPr>
            <p:nvPr/>
          </p:nvSpPr>
          <p:spPr bwMode="auto">
            <a:xfrm>
              <a:off x="3120" y="316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36" name="Oval 36"/>
            <p:cNvSpPr>
              <a:spLocks noChangeArrowheads="1"/>
            </p:cNvSpPr>
            <p:nvPr/>
          </p:nvSpPr>
          <p:spPr bwMode="auto">
            <a:xfrm>
              <a:off x="2880" y="331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</p:grpSp>
      <p:grpSp>
        <p:nvGrpSpPr>
          <p:cNvPr id="37" name="Group 37"/>
          <p:cNvGrpSpPr>
            <a:grpSpLocks/>
          </p:cNvGrpSpPr>
          <p:nvPr/>
        </p:nvGrpSpPr>
        <p:grpSpPr bwMode="auto">
          <a:xfrm>
            <a:off x="1000708" y="2084695"/>
            <a:ext cx="1905000" cy="990600"/>
            <a:chOff x="2640" y="2976"/>
            <a:chExt cx="1200" cy="624"/>
          </a:xfrm>
          <a:noFill/>
        </p:grpSpPr>
        <p:sp>
          <p:nvSpPr>
            <p:cNvPr id="38" name="Oval 38"/>
            <p:cNvSpPr>
              <a:spLocks noChangeArrowheads="1"/>
            </p:cNvSpPr>
            <p:nvPr/>
          </p:nvSpPr>
          <p:spPr bwMode="auto">
            <a:xfrm>
              <a:off x="3120" y="302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39" name="Oval 39"/>
            <p:cNvSpPr>
              <a:spLocks noChangeArrowheads="1"/>
            </p:cNvSpPr>
            <p:nvPr/>
          </p:nvSpPr>
          <p:spPr bwMode="auto">
            <a:xfrm>
              <a:off x="3216" y="312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40" name="Oval 40"/>
            <p:cNvSpPr>
              <a:spLocks noChangeArrowheads="1"/>
            </p:cNvSpPr>
            <p:nvPr/>
          </p:nvSpPr>
          <p:spPr bwMode="auto">
            <a:xfrm>
              <a:off x="3312" y="321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41" name="Oval 41"/>
            <p:cNvSpPr>
              <a:spLocks noChangeArrowheads="1"/>
            </p:cNvSpPr>
            <p:nvPr/>
          </p:nvSpPr>
          <p:spPr bwMode="auto">
            <a:xfrm>
              <a:off x="3456" y="297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42" name="Oval 42"/>
            <p:cNvSpPr>
              <a:spLocks noChangeArrowheads="1"/>
            </p:cNvSpPr>
            <p:nvPr/>
          </p:nvSpPr>
          <p:spPr bwMode="auto">
            <a:xfrm>
              <a:off x="3120" y="326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43" name="Oval 43"/>
            <p:cNvSpPr>
              <a:spLocks noChangeArrowheads="1"/>
            </p:cNvSpPr>
            <p:nvPr/>
          </p:nvSpPr>
          <p:spPr bwMode="auto">
            <a:xfrm>
              <a:off x="3312" y="307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44" name="Oval 44"/>
            <p:cNvSpPr>
              <a:spLocks noChangeArrowheads="1"/>
            </p:cNvSpPr>
            <p:nvPr/>
          </p:nvSpPr>
          <p:spPr bwMode="auto">
            <a:xfrm>
              <a:off x="3312" y="297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45" name="Oval 45"/>
            <p:cNvSpPr>
              <a:spLocks noChangeArrowheads="1"/>
            </p:cNvSpPr>
            <p:nvPr/>
          </p:nvSpPr>
          <p:spPr bwMode="auto">
            <a:xfrm>
              <a:off x="3072" y="312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46" name="Oval 46"/>
            <p:cNvSpPr>
              <a:spLocks noChangeArrowheads="1"/>
            </p:cNvSpPr>
            <p:nvPr/>
          </p:nvSpPr>
          <p:spPr bwMode="auto">
            <a:xfrm>
              <a:off x="3456" y="307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47" name="Oval 47"/>
            <p:cNvSpPr>
              <a:spLocks noChangeArrowheads="1"/>
            </p:cNvSpPr>
            <p:nvPr/>
          </p:nvSpPr>
          <p:spPr bwMode="auto">
            <a:xfrm>
              <a:off x="3552" y="316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48" name="Oval 48"/>
            <p:cNvSpPr>
              <a:spLocks noChangeArrowheads="1"/>
            </p:cNvSpPr>
            <p:nvPr/>
          </p:nvSpPr>
          <p:spPr bwMode="auto">
            <a:xfrm>
              <a:off x="3648" y="326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49" name="Oval 49"/>
            <p:cNvSpPr>
              <a:spLocks noChangeArrowheads="1"/>
            </p:cNvSpPr>
            <p:nvPr/>
          </p:nvSpPr>
          <p:spPr bwMode="auto">
            <a:xfrm>
              <a:off x="3792" y="307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50" name="Oval 50"/>
            <p:cNvSpPr>
              <a:spLocks noChangeArrowheads="1"/>
            </p:cNvSpPr>
            <p:nvPr/>
          </p:nvSpPr>
          <p:spPr bwMode="auto">
            <a:xfrm>
              <a:off x="3456" y="331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51" name="Oval 51"/>
            <p:cNvSpPr>
              <a:spLocks noChangeArrowheads="1"/>
            </p:cNvSpPr>
            <p:nvPr/>
          </p:nvSpPr>
          <p:spPr bwMode="auto">
            <a:xfrm>
              <a:off x="3648" y="312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52" name="Oval 52"/>
            <p:cNvSpPr>
              <a:spLocks noChangeArrowheads="1"/>
            </p:cNvSpPr>
            <p:nvPr/>
          </p:nvSpPr>
          <p:spPr bwMode="auto">
            <a:xfrm>
              <a:off x="3648" y="302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53" name="Oval 53"/>
            <p:cNvSpPr>
              <a:spLocks noChangeArrowheads="1"/>
            </p:cNvSpPr>
            <p:nvPr/>
          </p:nvSpPr>
          <p:spPr bwMode="auto">
            <a:xfrm>
              <a:off x="3408" y="316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54" name="Oval 54"/>
            <p:cNvSpPr>
              <a:spLocks noChangeArrowheads="1"/>
            </p:cNvSpPr>
            <p:nvPr/>
          </p:nvSpPr>
          <p:spPr bwMode="auto">
            <a:xfrm>
              <a:off x="2688" y="326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55" name="Oval 55"/>
            <p:cNvSpPr>
              <a:spLocks noChangeArrowheads="1"/>
            </p:cNvSpPr>
            <p:nvPr/>
          </p:nvSpPr>
          <p:spPr bwMode="auto">
            <a:xfrm>
              <a:off x="2784" y="336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56" name="Oval 56"/>
            <p:cNvSpPr>
              <a:spLocks noChangeArrowheads="1"/>
            </p:cNvSpPr>
            <p:nvPr/>
          </p:nvSpPr>
          <p:spPr bwMode="auto">
            <a:xfrm>
              <a:off x="2880" y="345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57" name="Oval 57"/>
            <p:cNvSpPr>
              <a:spLocks noChangeArrowheads="1"/>
            </p:cNvSpPr>
            <p:nvPr/>
          </p:nvSpPr>
          <p:spPr bwMode="auto">
            <a:xfrm>
              <a:off x="3024" y="321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58" name="Oval 58"/>
            <p:cNvSpPr>
              <a:spLocks noChangeArrowheads="1"/>
            </p:cNvSpPr>
            <p:nvPr/>
          </p:nvSpPr>
          <p:spPr bwMode="auto">
            <a:xfrm>
              <a:off x="2688" y="350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59" name="Oval 59"/>
            <p:cNvSpPr>
              <a:spLocks noChangeArrowheads="1"/>
            </p:cNvSpPr>
            <p:nvPr/>
          </p:nvSpPr>
          <p:spPr bwMode="auto">
            <a:xfrm>
              <a:off x="2880" y="331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60" name="Oval 60"/>
            <p:cNvSpPr>
              <a:spLocks noChangeArrowheads="1"/>
            </p:cNvSpPr>
            <p:nvPr/>
          </p:nvSpPr>
          <p:spPr bwMode="auto">
            <a:xfrm>
              <a:off x="2880" y="321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61" name="Oval 61"/>
            <p:cNvSpPr>
              <a:spLocks noChangeArrowheads="1"/>
            </p:cNvSpPr>
            <p:nvPr/>
          </p:nvSpPr>
          <p:spPr bwMode="auto">
            <a:xfrm>
              <a:off x="2640" y="336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62" name="Oval 62"/>
            <p:cNvSpPr>
              <a:spLocks noChangeArrowheads="1"/>
            </p:cNvSpPr>
            <p:nvPr/>
          </p:nvSpPr>
          <p:spPr bwMode="auto">
            <a:xfrm>
              <a:off x="3024" y="331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63" name="Oval 63"/>
            <p:cNvSpPr>
              <a:spLocks noChangeArrowheads="1"/>
            </p:cNvSpPr>
            <p:nvPr/>
          </p:nvSpPr>
          <p:spPr bwMode="auto">
            <a:xfrm>
              <a:off x="3120" y="340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64" name="Oval 64"/>
            <p:cNvSpPr>
              <a:spLocks noChangeArrowheads="1"/>
            </p:cNvSpPr>
            <p:nvPr/>
          </p:nvSpPr>
          <p:spPr bwMode="auto">
            <a:xfrm>
              <a:off x="3216" y="350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65" name="Oval 65"/>
            <p:cNvSpPr>
              <a:spLocks noChangeArrowheads="1"/>
            </p:cNvSpPr>
            <p:nvPr/>
          </p:nvSpPr>
          <p:spPr bwMode="auto">
            <a:xfrm>
              <a:off x="3360" y="331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66" name="Oval 66"/>
            <p:cNvSpPr>
              <a:spLocks noChangeArrowheads="1"/>
            </p:cNvSpPr>
            <p:nvPr/>
          </p:nvSpPr>
          <p:spPr bwMode="auto">
            <a:xfrm>
              <a:off x="3024" y="355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67" name="Oval 67"/>
            <p:cNvSpPr>
              <a:spLocks noChangeArrowheads="1"/>
            </p:cNvSpPr>
            <p:nvPr/>
          </p:nvSpPr>
          <p:spPr bwMode="auto">
            <a:xfrm>
              <a:off x="3216" y="336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68" name="Oval 68"/>
            <p:cNvSpPr>
              <a:spLocks noChangeArrowheads="1"/>
            </p:cNvSpPr>
            <p:nvPr/>
          </p:nvSpPr>
          <p:spPr bwMode="auto">
            <a:xfrm>
              <a:off x="3216" y="326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69" name="Oval 69"/>
            <p:cNvSpPr>
              <a:spLocks noChangeArrowheads="1"/>
            </p:cNvSpPr>
            <p:nvPr/>
          </p:nvSpPr>
          <p:spPr bwMode="auto">
            <a:xfrm>
              <a:off x="2976" y="340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</p:grpSp>
      <p:sp>
        <p:nvSpPr>
          <p:cNvPr id="48132" name="Line 70"/>
          <p:cNvSpPr>
            <a:spLocks noChangeShapeType="1"/>
          </p:cNvSpPr>
          <p:nvPr/>
        </p:nvSpPr>
        <p:spPr bwMode="auto">
          <a:xfrm rot="1388400" flipV="1">
            <a:off x="2724150" y="1423988"/>
            <a:ext cx="388620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48133" name="Line 71"/>
          <p:cNvSpPr>
            <a:spLocks noChangeShapeType="1"/>
          </p:cNvSpPr>
          <p:nvPr/>
        </p:nvSpPr>
        <p:spPr bwMode="auto">
          <a:xfrm rot="1388400" flipH="1" flipV="1">
            <a:off x="2270125" y="354013"/>
            <a:ext cx="885825" cy="1981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48134" name="Flecha abajo 71"/>
          <p:cNvSpPr>
            <a:spLocks noChangeArrowheads="1"/>
          </p:cNvSpPr>
          <p:nvPr/>
        </p:nvSpPr>
        <p:spPr bwMode="auto">
          <a:xfrm>
            <a:off x="3521075" y="182563"/>
            <a:ext cx="541338" cy="720725"/>
          </a:xfrm>
          <a:prstGeom prst="downArrow">
            <a:avLst>
              <a:gd name="adj1" fmla="val 50000"/>
              <a:gd name="adj2" fmla="val 50013"/>
            </a:avLst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grpSp>
        <p:nvGrpSpPr>
          <p:cNvPr id="140" name="Group 4"/>
          <p:cNvGrpSpPr>
            <a:grpSpLocks/>
          </p:cNvGrpSpPr>
          <p:nvPr/>
        </p:nvGrpSpPr>
        <p:grpSpPr bwMode="auto">
          <a:xfrm>
            <a:off x="2829508" y="4670648"/>
            <a:ext cx="1905000" cy="990600"/>
            <a:chOff x="2544" y="2880"/>
            <a:chExt cx="1200" cy="624"/>
          </a:xfrm>
          <a:solidFill>
            <a:schemeClr val="bg1"/>
          </a:solidFill>
        </p:grpSpPr>
        <p:sp>
          <p:nvSpPr>
            <p:cNvPr id="141" name="Oval 5"/>
            <p:cNvSpPr>
              <a:spLocks noChangeArrowheads="1"/>
            </p:cNvSpPr>
            <p:nvPr/>
          </p:nvSpPr>
          <p:spPr bwMode="auto">
            <a:xfrm>
              <a:off x="3024" y="292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42" name="Oval 6"/>
            <p:cNvSpPr>
              <a:spLocks noChangeArrowheads="1"/>
            </p:cNvSpPr>
            <p:nvPr/>
          </p:nvSpPr>
          <p:spPr bwMode="auto">
            <a:xfrm>
              <a:off x="3120" y="302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43" name="Oval 7"/>
            <p:cNvSpPr>
              <a:spLocks noChangeArrowheads="1"/>
            </p:cNvSpPr>
            <p:nvPr/>
          </p:nvSpPr>
          <p:spPr bwMode="auto">
            <a:xfrm>
              <a:off x="3216" y="312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44" name="Oval 8"/>
            <p:cNvSpPr>
              <a:spLocks noChangeArrowheads="1"/>
            </p:cNvSpPr>
            <p:nvPr/>
          </p:nvSpPr>
          <p:spPr bwMode="auto">
            <a:xfrm>
              <a:off x="3360" y="288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45" name="Oval 9"/>
            <p:cNvSpPr>
              <a:spLocks noChangeArrowheads="1"/>
            </p:cNvSpPr>
            <p:nvPr/>
          </p:nvSpPr>
          <p:spPr bwMode="auto">
            <a:xfrm>
              <a:off x="3024" y="316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46" name="Oval 10"/>
            <p:cNvSpPr>
              <a:spLocks noChangeArrowheads="1"/>
            </p:cNvSpPr>
            <p:nvPr/>
          </p:nvSpPr>
          <p:spPr bwMode="auto">
            <a:xfrm>
              <a:off x="3216" y="297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47" name="Oval 11"/>
            <p:cNvSpPr>
              <a:spLocks noChangeArrowheads="1"/>
            </p:cNvSpPr>
            <p:nvPr/>
          </p:nvSpPr>
          <p:spPr bwMode="auto">
            <a:xfrm>
              <a:off x="3216" y="288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48" name="Oval 12"/>
            <p:cNvSpPr>
              <a:spLocks noChangeArrowheads="1"/>
            </p:cNvSpPr>
            <p:nvPr/>
          </p:nvSpPr>
          <p:spPr bwMode="auto">
            <a:xfrm>
              <a:off x="2976" y="302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49" name="Oval 13"/>
            <p:cNvSpPr>
              <a:spLocks noChangeArrowheads="1"/>
            </p:cNvSpPr>
            <p:nvPr/>
          </p:nvSpPr>
          <p:spPr bwMode="auto">
            <a:xfrm>
              <a:off x="3360" y="297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50" name="Oval 14"/>
            <p:cNvSpPr>
              <a:spLocks noChangeArrowheads="1"/>
            </p:cNvSpPr>
            <p:nvPr/>
          </p:nvSpPr>
          <p:spPr bwMode="auto">
            <a:xfrm>
              <a:off x="3456" y="307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51" name="Oval 15"/>
            <p:cNvSpPr>
              <a:spLocks noChangeArrowheads="1"/>
            </p:cNvSpPr>
            <p:nvPr/>
          </p:nvSpPr>
          <p:spPr bwMode="auto">
            <a:xfrm>
              <a:off x="3552" y="316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52" name="Oval 16"/>
            <p:cNvSpPr>
              <a:spLocks noChangeArrowheads="1"/>
            </p:cNvSpPr>
            <p:nvPr/>
          </p:nvSpPr>
          <p:spPr bwMode="auto">
            <a:xfrm>
              <a:off x="3696" y="297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53" name="Oval 17"/>
            <p:cNvSpPr>
              <a:spLocks noChangeArrowheads="1"/>
            </p:cNvSpPr>
            <p:nvPr/>
          </p:nvSpPr>
          <p:spPr bwMode="auto">
            <a:xfrm>
              <a:off x="3360" y="321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54" name="Oval 18"/>
            <p:cNvSpPr>
              <a:spLocks noChangeArrowheads="1"/>
            </p:cNvSpPr>
            <p:nvPr/>
          </p:nvSpPr>
          <p:spPr bwMode="auto">
            <a:xfrm>
              <a:off x="3552" y="302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55" name="Oval 19"/>
            <p:cNvSpPr>
              <a:spLocks noChangeArrowheads="1"/>
            </p:cNvSpPr>
            <p:nvPr/>
          </p:nvSpPr>
          <p:spPr bwMode="auto">
            <a:xfrm>
              <a:off x="3552" y="292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56" name="Oval 20"/>
            <p:cNvSpPr>
              <a:spLocks noChangeArrowheads="1"/>
            </p:cNvSpPr>
            <p:nvPr/>
          </p:nvSpPr>
          <p:spPr bwMode="auto">
            <a:xfrm>
              <a:off x="3312" y="307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57" name="Oval 21"/>
            <p:cNvSpPr>
              <a:spLocks noChangeArrowheads="1"/>
            </p:cNvSpPr>
            <p:nvPr/>
          </p:nvSpPr>
          <p:spPr bwMode="auto">
            <a:xfrm>
              <a:off x="2592" y="316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58" name="Oval 22"/>
            <p:cNvSpPr>
              <a:spLocks noChangeArrowheads="1"/>
            </p:cNvSpPr>
            <p:nvPr/>
          </p:nvSpPr>
          <p:spPr bwMode="auto">
            <a:xfrm>
              <a:off x="2688" y="326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59" name="Oval 23"/>
            <p:cNvSpPr>
              <a:spLocks noChangeArrowheads="1"/>
            </p:cNvSpPr>
            <p:nvPr/>
          </p:nvSpPr>
          <p:spPr bwMode="auto">
            <a:xfrm>
              <a:off x="2784" y="336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60" name="Oval 24"/>
            <p:cNvSpPr>
              <a:spLocks noChangeArrowheads="1"/>
            </p:cNvSpPr>
            <p:nvPr/>
          </p:nvSpPr>
          <p:spPr bwMode="auto">
            <a:xfrm>
              <a:off x="2928" y="312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61" name="Oval 25"/>
            <p:cNvSpPr>
              <a:spLocks noChangeArrowheads="1"/>
            </p:cNvSpPr>
            <p:nvPr/>
          </p:nvSpPr>
          <p:spPr bwMode="auto">
            <a:xfrm>
              <a:off x="2592" y="340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62" name="Oval 26"/>
            <p:cNvSpPr>
              <a:spLocks noChangeArrowheads="1"/>
            </p:cNvSpPr>
            <p:nvPr/>
          </p:nvSpPr>
          <p:spPr bwMode="auto">
            <a:xfrm>
              <a:off x="2784" y="321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63" name="Oval 27"/>
            <p:cNvSpPr>
              <a:spLocks noChangeArrowheads="1"/>
            </p:cNvSpPr>
            <p:nvPr/>
          </p:nvSpPr>
          <p:spPr bwMode="auto">
            <a:xfrm>
              <a:off x="2784" y="312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64" name="Oval 28"/>
            <p:cNvSpPr>
              <a:spLocks noChangeArrowheads="1"/>
            </p:cNvSpPr>
            <p:nvPr/>
          </p:nvSpPr>
          <p:spPr bwMode="auto">
            <a:xfrm>
              <a:off x="2544" y="326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65" name="Oval 29"/>
            <p:cNvSpPr>
              <a:spLocks noChangeArrowheads="1"/>
            </p:cNvSpPr>
            <p:nvPr/>
          </p:nvSpPr>
          <p:spPr bwMode="auto">
            <a:xfrm>
              <a:off x="2928" y="321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66" name="Oval 30"/>
            <p:cNvSpPr>
              <a:spLocks noChangeArrowheads="1"/>
            </p:cNvSpPr>
            <p:nvPr/>
          </p:nvSpPr>
          <p:spPr bwMode="auto">
            <a:xfrm>
              <a:off x="3024" y="331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67" name="Oval 31"/>
            <p:cNvSpPr>
              <a:spLocks noChangeArrowheads="1"/>
            </p:cNvSpPr>
            <p:nvPr/>
          </p:nvSpPr>
          <p:spPr bwMode="auto">
            <a:xfrm>
              <a:off x="3120" y="340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68" name="Oval 32"/>
            <p:cNvSpPr>
              <a:spLocks noChangeArrowheads="1"/>
            </p:cNvSpPr>
            <p:nvPr/>
          </p:nvSpPr>
          <p:spPr bwMode="auto">
            <a:xfrm>
              <a:off x="3264" y="321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69" name="Oval 33"/>
            <p:cNvSpPr>
              <a:spLocks noChangeArrowheads="1"/>
            </p:cNvSpPr>
            <p:nvPr/>
          </p:nvSpPr>
          <p:spPr bwMode="auto">
            <a:xfrm>
              <a:off x="2928" y="345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70" name="Oval 34"/>
            <p:cNvSpPr>
              <a:spLocks noChangeArrowheads="1"/>
            </p:cNvSpPr>
            <p:nvPr/>
          </p:nvSpPr>
          <p:spPr bwMode="auto">
            <a:xfrm>
              <a:off x="3120" y="326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71" name="Oval 35"/>
            <p:cNvSpPr>
              <a:spLocks noChangeArrowheads="1"/>
            </p:cNvSpPr>
            <p:nvPr/>
          </p:nvSpPr>
          <p:spPr bwMode="auto">
            <a:xfrm>
              <a:off x="3120" y="316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72" name="Oval 36"/>
            <p:cNvSpPr>
              <a:spLocks noChangeArrowheads="1"/>
            </p:cNvSpPr>
            <p:nvPr/>
          </p:nvSpPr>
          <p:spPr bwMode="auto">
            <a:xfrm>
              <a:off x="2880" y="331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</p:grpSp>
      <p:grpSp>
        <p:nvGrpSpPr>
          <p:cNvPr id="173" name="Group 37"/>
          <p:cNvGrpSpPr>
            <a:grpSpLocks/>
          </p:cNvGrpSpPr>
          <p:nvPr/>
        </p:nvGrpSpPr>
        <p:grpSpPr bwMode="auto">
          <a:xfrm>
            <a:off x="1076908" y="5445224"/>
            <a:ext cx="1905000" cy="990600"/>
            <a:chOff x="2640" y="2976"/>
            <a:chExt cx="1200" cy="624"/>
          </a:xfrm>
          <a:solidFill>
            <a:schemeClr val="bg1"/>
          </a:solidFill>
        </p:grpSpPr>
        <p:sp>
          <p:nvSpPr>
            <p:cNvPr id="174" name="Oval 38"/>
            <p:cNvSpPr>
              <a:spLocks noChangeArrowheads="1"/>
            </p:cNvSpPr>
            <p:nvPr/>
          </p:nvSpPr>
          <p:spPr bwMode="auto">
            <a:xfrm>
              <a:off x="3120" y="302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75" name="Oval 39"/>
            <p:cNvSpPr>
              <a:spLocks noChangeArrowheads="1"/>
            </p:cNvSpPr>
            <p:nvPr/>
          </p:nvSpPr>
          <p:spPr bwMode="auto">
            <a:xfrm>
              <a:off x="3216" y="312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76" name="Oval 40"/>
            <p:cNvSpPr>
              <a:spLocks noChangeArrowheads="1"/>
            </p:cNvSpPr>
            <p:nvPr/>
          </p:nvSpPr>
          <p:spPr bwMode="auto">
            <a:xfrm>
              <a:off x="3312" y="321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77" name="Oval 41"/>
            <p:cNvSpPr>
              <a:spLocks noChangeArrowheads="1"/>
            </p:cNvSpPr>
            <p:nvPr/>
          </p:nvSpPr>
          <p:spPr bwMode="auto">
            <a:xfrm>
              <a:off x="3456" y="297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78" name="Oval 42"/>
            <p:cNvSpPr>
              <a:spLocks noChangeArrowheads="1"/>
            </p:cNvSpPr>
            <p:nvPr/>
          </p:nvSpPr>
          <p:spPr bwMode="auto">
            <a:xfrm>
              <a:off x="3120" y="326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79" name="Oval 43"/>
            <p:cNvSpPr>
              <a:spLocks noChangeArrowheads="1"/>
            </p:cNvSpPr>
            <p:nvPr/>
          </p:nvSpPr>
          <p:spPr bwMode="auto">
            <a:xfrm>
              <a:off x="3312" y="307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80" name="Oval 44"/>
            <p:cNvSpPr>
              <a:spLocks noChangeArrowheads="1"/>
            </p:cNvSpPr>
            <p:nvPr/>
          </p:nvSpPr>
          <p:spPr bwMode="auto">
            <a:xfrm>
              <a:off x="3312" y="297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81" name="Oval 45"/>
            <p:cNvSpPr>
              <a:spLocks noChangeArrowheads="1"/>
            </p:cNvSpPr>
            <p:nvPr/>
          </p:nvSpPr>
          <p:spPr bwMode="auto">
            <a:xfrm>
              <a:off x="3072" y="312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82" name="Oval 46"/>
            <p:cNvSpPr>
              <a:spLocks noChangeArrowheads="1"/>
            </p:cNvSpPr>
            <p:nvPr/>
          </p:nvSpPr>
          <p:spPr bwMode="auto">
            <a:xfrm>
              <a:off x="3456" y="307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83" name="Oval 47"/>
            <p:cNvSpPr>
              <a:spLocks noChangeArrowheads="1"/>
            </p:cNvSpPr>
            <p:nvPr/>
          </p:nvSpPr>
          <p:spPr bwMode="auto">
            <a:xfrm>
              <a:off x="3552" y="316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84" name="Oval 48"/>
            <p:cNvSpPr>
              <a:spLocks noChangeArrowheads="1"/>
            </p:cNvSpPr>
            <p:nvPr/>
          </p:nvSpPr>
          <p:spPr bwMode="auto">
            <a:xfrm>
              <a:off x="3648" y="326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85" name="Oval 49"/>
            <p:cNvSpPr>
              <a:spLocks noChangeArrowheads="1"/>
            </p:cNvSpPr>
            <p:nvPr/>
          </p:nvSpPr>
          <p:spPr bwMode="auto">
            <a:xfrm>
              <a:off x="3792" y="307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86" name="Oval 50"/>
            <p:cNvSpPr>
              <a:spLocks noChangeArrowheads="1"/>
            </p:cNvSpPr>
            <p:nvPr/>
          </p:nvSpPr>
          <p:spPr bwMode="auto">
            <a:xfrm>
              <a:off x="3456" y="331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87" name="Oval 51"/>
            <p:cNvSpPr>
              <a:spLocks noChangeArrowheads="1"/>
            </p:cNvSpPr>
            <p:nvPr/>
          </p:nvSpPr>
          <p:spPr bwMode="auto">
            <a:xfrm>
              <a:off x="3648" y="312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88" name="Oval 52"/>
            <p:cNvSpPr>
              <a:spLocks noChangeArrowheads="1"/>
            </p:cNvSpPr>
            <p:nvPr/>
          </p:nvSpPr>
          <p:spPr bwMode="auto">
            <a:xfrm>
              <a:off x="3648" y="302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89" name="Oval 53"/>
            <p:cNvSpPr>
              <a:spLocks noChangeArrowheads="1"/>
            </p:cNvSpPr>
            <p:nvPr/>
          </p:nvSpPr>
          <p:spPr bwMode="auto">
            <a:xfrm>
              <a:off x="3408" y="316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90" name="Oval 54"/>
            <p:cNvSpPr>
              <a:spLocks noChangeArrowheads="1"/>
            </p:cNvSpPr>
            <p:nvPr/>
          </p:nvSpPr>
          <p:spPr bwMode="auto">
            <a:xfrm>
              <a:off x="2688" y="326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91" name="Oval 55"/>
            <p:cNvSpPr>
              <a:spLocks noChangeArrowheads="1"/>
            </p:cNvSpPr>
            <p:nvPr/>
          </p:nvSpPr>
          <p:spPr bwMode="auto">
            <a:xfrm>
              <a:off x="2784" y="336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92" name="Oval 56"/>
            <p:cNvSpPr>
              <a:spLocks noChangeArrowheads="1"/>
            </p:cNvSpPr>
            <p:nvPr/>
          </p:nvSpPr>
          <p:spPr bwMode="auto">
            <a:xfrm>
              <a:off x="2880" y="345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93" name="Oval 57"/>
            <p:cNvSpPr>
              <a:spLocks noChangeArrowheads="1"/>
            </p:cNvSpPr>
            <p:nvPr/>
          </p:nvSpPr>
          <p:spPr bwMode="auto">
            <a:xfrm>
              <a:off x="3024" y="321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94" name="Oval 58"/>
            <p:cNvSpPr>
              <a:spLocks noChangeArrowheads="1"/>
            </p:cNvSpPr>
            <p:nvPr/>
          </p:nvSpPr>
          <p:spPr bwMode="auto">
            <a:xfrm>
              <a:off x="2688" y="350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95" name="Oval 59"/>
            <p:cNvSpPr>
              <a:spLocks noChangeArrowheads="1"/>
            </p:cNvSpPr>
            <p:nvPr/>
          </p:nvSpPr>
          <p:spPr bwMode="auto">
            <a:xfrm>
              <a:off x="2880" y="331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96" name="Oval 60"/>
            <p:cNvSpPr>
              <a:spLocks noChangeArrowheads="1"/>
            </p:cNvSpPr>
            <p:nvPr/>
          </p:nvSpPr>
          <p:spPr bwMode="auto">
            <a:xfrm>
              <a:off x="2880" y="321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97" name="Oval 61"/>
            <p:cNvSpPr>
              <a:spLocks noChangeArrowheads="1"/>
            </p:cNvSpPr>
            <p:nvPr/>
          </p:nvSpPr>
          <p:spPr bwMode="auto">
            <a:xfrm>
              <a:off x="2640" y="336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98" name="Oval 62"/>
            <p:cNvSpPr>
              <a:spLocks noChangeArrowheads="1"/>
            </p:cNvSpPr>
            <p:nvPr/>
          </p:nvSpPr>
          <p:spPr bwMode="auto">
            <a:xfrm>
              <a:off x="3024" y="331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99" name="Oval 63"/>
            <p:cNvSpPr>
              <a:spLocks noChangeArrowheads="1"/>
            </p:cNvSpPr>
            <p:nvPr/>
          </p:nvSpPr>
          <p:spPr bwMode="auto">
            <a:xfrm>
              <a:off x="3120" y="340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200" name="Oval 64"/>
            <p:cNvSpPr>
              <a:spLocks noChangeArrowheads="1"/>
            </p:cNvSpPr>
            <p:nvPr/>
          </p:nvSpPr>
          <p:spPr bwMode="auto">
            <a:xfrm>
              <a:off x="3216" y="350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201" name="Oval 65"/>
            <p:cNvSpPr>
              <a:spLocks noChangeArrowheads="1"/>
            </p:cNvSpPr>
            <p:nvPr/>
          </p:nvSpPr>
          <p:spPr bwMode="auto">
            <a:xfrm>
              <a:off x="3360" y="331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202" name="Oval 66"/>
            <p:cNvSpPr>
              <a:spLocks noChangeArrowheads="1"/>
            </p:cNvSpPr>
            <p:nvPr/>
          </p:nvSpPr>
          <p:spPr bwMode="auto">
            <a:xfrm>
              <a:off x="3024" y="355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203" name="Oval 67"/>
            <p:cNvSpPr>
              <a:spLocks noChangeArrowheads="1"/>
            </p:cNvSpPr>
            <p:nvPr/>
          </p:nvSpPr>
          <p:spPr bwMode="auto">
            <a:xfrm>
              <a:off x="3216" y="336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204" name="Oval 68"/>
            <p:cNvSpPr>
              <a:spLocks noChangeArrowheads="1"/>
            </p:cNvSpPr>
            <p:nvPr/>
          </p:nvSpPr>
          <p:spPr bwMode="auto">
            <a:xfrm>
              <a:off x="3216" y="326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205" name="Oval 69"/>
            <p:cNvSpPr>
              <a:spLocks noChangeArrowheads="1"/>
            </p:cNvSpPr>
            <p:nvPr/>
          </p:nvSpPr>
          <p:spPr bwMode="auto">
            <a:xfrm>
              <a:off x="2976" y="340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</p:grpSp>
      <p:grpSp>
        <p:nvGrpSpPr>
          <p:cNvPr id="48137" name="Grupo 73"/>
          <p:cNvGrpSpPr>
            <a:grpSpLocks/>
          </p:cNvGrpSpPr>
          <p:nvPr/>
        </p:nvGrpSpPr>
        <p:grpSpPr bwMode="auto">
          <a:xfrm>
            <a:off x="2333625" y="3686175"/>
            <a:ext cx="4340225" cy="2746375"/>
            <a:chOff x="2332912" y="3686607"/>
            <a:chExt cx="4340225" cy="2746375"/>
          </a:xfrm>
        </p:grpSpPr>
        <p:sp>
          <p:nvSpPr>
            <p:cNvPr id="48144" name="Line 70"/>
            <p:cNvSpPr>
              <a:spLocks noChangeShapeType="1"/>
            </p:cNvSpPr>
            <p:nvPr/>
          </p:nvSpPr>
          <p:spPr bwMode="auto">
            <a:xfrm rot="1388400" flipV="1">
              <a:off x="2786937" y="4756582"/>
              <a:ext cx="3886200" cy="1676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8145" name="Line 71"/>
            <p:cNvSpPr>
              <a:spLocks noChangeShapeType="1"/>
            </p:cNvSpPr>
            <p:nvPr/>
          </p:nvSpPr>
          <p:spPr bwMode="auto">
            <a:xfrm rot="1388400" flipH="1" flipV="1">
              <a:off x="2332912" y="3686607"/>
              <a:ext cx="885825" cy="1981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</p:grpSp>
      <p:sp>
        <p:nvSpPr>
          <p:cNvPr id="48138" name="CuadroTexto 207"/>
          <p:cNvSpPr txBox="1">
            <a:spLocks noChangeArrowheads="1"/>
          </p:cNvSpPr>
          <p:nvPr/>
        </p:nvSpPr>
        <p:spPr bwMode="auto">
          <a:xfrm>
            <a:off x="4071938" y="182563"/>
            <a:ext cx="6075362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" altLang="es-ES" sz="2800" i="0"/>
              <a:t>Se hace que la media de los datos 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s-ES" altLang="es-ES" sz="2800" i="0"/>
              <a:t>Sea el origen de coordenadas</a:t>
            </a:r>
          </a:p>
        </p:txBody>
      </p:sp>
      <p:sp>
        <p:nvSpPr>
          <p:cNvPr id="48139" name="Flecha abajo 208"/>
          <p:cNvSpPr>
            <a:spLocks noChangeArrowheads="1"/>
          </p:cNvSpPr>
          <p:nvPr/>
        </p:nvSpPr>
        <p:spPr bwMode="auto">
          <a:xfrm>
            <a:off x="3530600" y="2959100"/>
            <a:ext cx="541338" cy="720725"/>
          </a:xfrm>
          <a:prstGeom prst="downArrow">
            <a:avLst>
              <a:gd name="adj1" fmla="val 50000"/>
              <a:gd name="adj2" fmla="val 50013"/>
            </a:avLst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8140" name="CuadroTexto 1"/>
          <p:cNvSpPr txBox="1">
            <a:spLocks noChangeArrowheads="1"/>
          </p:cNvSpPr>
          <p:nvPr/>
        </p:nvSpPr>
        <p:spPr bwMode="auto">
          <a:xfrm>
            <a:off x="4352925" y="3273425"/>
            <a:ext cx="3748088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" altLang="es-ES" sz="2800" i="0"/>
              <a:t>Se calcula con PCA las orientaciones principales</a:t>
            </a:r>
          </a:p>
        </p:txBody>
      </p:sp>
      <p:grpSp>
        <p:nvGrpSpPr>
          <p:cNvPr id="48141" name="Grupo 209"/>
          <p:cNvGrpSpPr>
            <a:grpSpLocks/>
          </p:cNvGrpSpPr>
          <p:nvPr/>
        </p:nvGrpSpPr>
        <p:grpSpPr bwMode="auto">
          <a:xfrm rot="-1517872">
            <a:off x="1965325" y="3035300"/>
            <a:ext cx="4340225" cy="2746375"/>
            <a:chOff x="2235875" y="2640675"/>
            <a:chExt cx="4340225" cy="2746374"/>
          </a:xfrm>
        </p:grpSpPr>
        <p:sp>
          <p:nvSpPr>
            <p:cNvPr id="48142" name="Line 70"/>
            <p:cNvSpPr>
              <a:spLocks noChangeShapeType="1"/>
            </p:cNvSpPr>
            <p:nvPr/>
          </p:nvSpPr>
          <p:spPr bwMode="auto">
            <a:xfrm rot="1388400" flipV="1">
              <a:off x="2689900" y="3710649"/>
              <a:ext cx="3886200" cy="167640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8143" name="Line 71"/>
            <p:cNvSpPr>
              <a:spLocks noChangeShapeType="1"/>
            </p:cNvSpPr>
            <p:nvPr/>
          </p:nvSpPr>
          <p:spPr bwMode="auto">
            <a:xfrm rot="1388400" flipH="1" flipV="1">
              <a:off x="2235875" y="2640675"/>
              <a:ext cx="885825" cy="198120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/>
          </p:cNvGrpSpPr>
          <p:nvPr/>
        </p:nvGrpSpPr>
        <p:grpSpPr bwMode="auto">
          <a:xfrm rot="1150392">
            <a:off x="3123522" y="2273724"/>
            <a:ext cx="1905000" cy="990600"/>
            <a:chOff x="2544" y="2880"/>
            <a:chExt cx="1200" cy="624"/>
          </a:xfrm>
          <a:solidFill>
            <a:schemeClr val="bg1"/>
          </a:solidFill>
        </p:grpSpPr>
        <p:sp>
          <p:nvSpPr>
            <p:cNvPr id="5" name="Oval 5"/>
            <p:cNvSpPr>
              <a:spLocks noChangeArrowheads="1"/>
            </p:cNvSpPr>
            <p:nvPr/>
          </p:nvSpPr>
          <p:spPr bwMode="auto">
            <a:xfrm>
              <a:off x="3024" y="292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6" name="Oval 6"/>
            <p:cNvSpPr>
              <a:spLocks noChangeArrowheads="1"/>
            </p:cNvSpPr>
            <p:nvPr/>
          </p:nvSpPr>
          <p:spPr bwMode="auto">
            <a:xfrm>
              <a:off x="3120" y="302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7" name="Oval 7"/>
            <p:cNvSpPr>
              <a:spLocks noChangeArrowheads="1"/>
            </p:cNvSpPr>
            <p:nvPr/>
          </p:nvSpPr>
          <p:spPr bwMode="auto">
            <a:xfrm>
              <a:off x="3216" y="312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8" name="Oval 8"/>
            <p:cNvSpPr>
              <a:spLocks noChangeArrowheads="1"/>
            </p:cNvSpPr>
            <p:nvPr/>
          </p:nvSpPr>
          <p:spPr bwMode="auto">
            <a:xfrm>
              <a:off x="3360" y="288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9" name="Oval 9"/>
            <p:cNvSpPr>
              <a:spLocks noChangeArrowheads="1"/>
            </p:cNvSpPr>
            <p:nvPr/>
          </p:nvSpPr>
          <p:spPr bwMode="auto">
            <a:xfrm>
              <a:off x="3024" y="316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0" name="Oval 10"/>
            <p:cNvSpPr>
              <a:spLocks noChangeArrowheads="1"/>
            </p:cNvSpPr>
            <p:nvPr/>
          </p:nvSpPr>
          <p:spPr bwMode="auto">
            <a:xfrm>
              <a:off x="3216" y="297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1" name="Oval 11"/>
            <p:cNvSpPr>
              <a:spLocks noChangeArrowheads="1"/>
            </p:cNvSpPr>
            <p:nvPr/>
          </p:nvSpPr>
          <p:spPr bwMode="auto">
            <a:xfrm>
              <a:off x="3216" y="288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2" name="Oval 12"/>
            <p:cNvSpPr>
              <a:spLocks noChangeArrowheads="1"/>
            </p:cNvSpPr>
            <p:nvPr/>
          </p:nvSpPr>
          <p:spPr bwMode="auto">
            <a:xfrm>
              <a:off x="2976" y="302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3" name="Oval 13"/>
            <p:cNvSpPr>
              <a:spLocks noChangeArrowheads="1"/>
            </p:cNvSpPr>
            <p:nvPr/>
          </p:nvSpPr>
          <p:spPr bwMode="auto">
            <a:xfrm>
              <a:off x="3360" y="297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4" name="Oval 14"/>
            <p:cNvSpPr>
              <a:spLocks noChangeArrowheads="1"/>
            </p:cNvSpPr>
            <p:nvPr/>
          </p:nvSpPr>
          <p:spPr bwMode="auto">
            <a:xfrm>
              <a:off x="3456" y="307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5" name="Oval 15"/>
            <p:cNvSpPr>
              <a:spLocks noChangeArrowheads="1"/>
            </p:cNvSpPr>
            <p:nvPr/>
          </p:nvSpPr>
          <p:spPr bwMode="auto">
            <a:xfrm>
              <a:off x="3552" y="316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6" name="Oval 16"/>
            <p:cNvSpPr>
              <a:spLocks noChangeArrowheads="1"/>
            </p:cNvSpPr>
            <p:nvPr/>
          </p:nvSpPr>
          <p:spPr bwMode="auto">
            <a:xfrm>
              <a:off x="3696" y="297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7" name="Oval 17"/>
            <p:cNvSpPr>
              <a:spLocks noChangeArrowheads="1"/>
            </p:cNvSpPr>
            <p:nvPr/>
          </p:nvSpPr>
          <p:spPr bwMode="auto">
            <a:xfrm>
              <a:off x="3360" y="321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8" name="Oval 18"/>
            <p:cNvSpPr>
              <a:spLocks noChangeArrowheads="1"/>
            </p:cNvSpPr>
            <p:nvPr/>
          </p:nvSpPr>
          <p:spPr bwMode="auto">
            <a:xfrm>
              <a:off x="3552" y="302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19" name="Oval 19"/>
            <p:cNvSpPr>
              <a:spLocks noChangeArrowheads="1"/>
            </p:cNvSpPr>
            <p:nvPr/>
          </p:nvSpPr>
          <p:spPr bwMode="auto">
            <a:xfrm>
              <a:off x="3552" y="292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20" name="Oval 20"/>
            <p:cNvSpPr>
              <a:spLocks noChangeArrowheads="1"/>
            </p:cNvSpPr>
            <p:nvPr/>
          </p:nvSpPr>
          <p:spPr bwMode="auto">
            <a:xfrm>
              <a:off x="3312" y="307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21" name="Oval 21"/>
            <p:cNvSpPr>
              <a:spLocks noChangeArrowheads="1"/>
            </p:cNvSpPr>
            <p:nvPr/>
          </p:nvSpPr>
          <p:spPr bwMode="auto">
            <a:xfrm>
              <a:off x="2592" y="316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22" name="Oval 22"/>
            <p:cNvSpPr>
              <a:spLocks noChangeArrowheads="1"/>
            </p:cNvSpPr>
            <p:nvPr/>
          </p:nvSpPr>
          <p:spPr bwMode="auto">
            <a:xfrm>
              <a:off x="2688" y="326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23" name="Oval 23"/>
            <p:cNvSpPr>
              <a:spLocks noChangeArrowheads="1"/>
            </p:cNvSpPr>
            <p:nvPr/>
          </p:nvSpPr>
          <p:spPr bwMode="auto">
            <a:xfrm>
              <a:off x="2784" y="336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24" name="Oval 24"/>
            <p:cNvSpPr>
              <a:spLocks noChangeArrowheads="1"/>
            </p:cNvSpPr>
            <p:nvPr/>
          </p:nvSpPr>
          <p:spPr bwMode="auto">
            <a:xfrm>
              <a:off x="2928" y="312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25" name="Oval 25"/>
            <p:cNvSpPr>
              <a:spLocks noChangeArrowheads="1"/>
            </p:cNvSpPr>
            <p:nvPr/>
          </p:nvSpPr>
          <p:spPr bwMode="auto">
            <a:xfrm>
              <a:off x="2592" y="340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26" name="Oval 26"/>
            <p:cNvSpPr>
              <a:spLocks noChangeArrowheads="1"/>
            </p:cNvSpPr>
            <p:nvPr/>
          </p:nvSpPr>
          <p:spPr bwMode="auto">
            <a:xfrm>
              <a:off x="2784" y="321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27" name="Oval 27"/>
            <p:cNvSpPr>
              <a:spLocks noChangeArrowheads="1"/>
            </p:cNvSpPr>
            <p:nvPr/>
          </p:nvSpPr>
          <p:spPr bwMode="auto">
            <a:xfrm>
              <a:off x="2784" y="3120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28" name="Oval 28"/>
            <p:cNvSpPr>
              <a:spLocks noChangeArrowheads="1"/>
            </p:cNvSpPr>
            <p:nvPr/>
          </p:nvSpPr>
          <p:spPr bwMode="auto">
            <a:xfrm>
              <a:off x="2544" y="326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29" name="Oval 29"/>
            <p:cNvSpPr>
              <a:spLocks noChangeArrowheads="1"/>
            </p:cNvSpPr>
            <p:nvPr/>
          </p:nvSpPr>
          <p:spPr bwMode="auto">
            <a:xfrm>
              <a:off x="2928" y="321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30" name="Oval 30"/>
            <p:cNvSpPr>
              <a:spLocks noChangeArrowheads="1"/>
            </p:cNvSpPr>
            <p:nvPr/>
          </p:nvSpPr>
          <p:spPr bwMode="auto">
            <a:xfrm>
              <a:off x="3024" y="331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31" name="Oval 31"/>
            <p:cNvSpPr>
              <a:spLocks noChangeArrowheads="1"/>
            </p:cNvSpPr>
            <p:nvPr/>
          </p:nvSpPr>
          <p:spPr bwMode="auto">
            <a:xfrm>
              <a:off x="3120" y="340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32" name="Oval 32"/>
            <p:cNvSpPr>
              <a:spLocks noChangeArrowheads="1"/>
            </p:cNvSpPr>
            <p:nvPr/>
          </p:nvSpPr>
          <p:spPr bwMode="auto">
            <a:xfrm>
              <a:off x="3264" y="321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33" name="Oval 33"/>
            <p:cNvSpPr>
              <a:spLocks noChangeArrowheads="1"/>
            </p:cNvSpPr>
            <p:nvPr/>
          </p:nvSpPr>
          <p:spPr bwMode="auto">
            <a:xfrm>
              <a:off x="2928" y="3456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34" name="Oval 34"/>
            <p:cNvSpPr>
              <a:spLocks noChangeArrowheads="1"/>
            </p:cNvSpPr>
            <p:nvPr/>
          </p:nvSpPr>
          <p:spPr bwMode="auto">
            <a:xfrm>
              <a:off x="3120" y="3264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35" name="Oval 35"/>
            <p:cNvSpPr>
              <a:spLocks noChangeArrowheads="1"/>
            </p:cNvSpPr>
            <p:nvPr/>
          </p:nvSpPr>
          <p:spPr bwMode="auto">
            <a:xfrm>
              <a:off x="3120" y="3168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  <p:sp>
          <p:nvSpPr>
            <p:cNvPr id="36" name="Oval 36"/>
            <p:cNvSpPr>
              <a:spLocks noChangeArrowheads="1"/>
            </p:cNvSpPr>
            <p:nvPr/>
          </p:nvSpPr>
          <p:spPr bwMode="auto">
            <a:xfrm>
              <a:off x="2880" y="3312"/>
              <a:ext cx="48" cy="48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3200" i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  <a:defRPr/>
              </a:pPr>
              <a:endParaRPr lang="es-ES" altLang="es-ES" sz="2800" i="0" smtClean="0"/>
            </a:p>
          </p:txBody>
        </p:sp>
      </p:grpSp>
      <p:sp>
        <p:nvSpPr>
          <p:cNvPr id="49155" name="Oval 38"/>
          <p:cNvSpPr>
            <a:spLocks noChangeArrowheads="1"/>
          </p:cNvSpPr>
          <p:nvPr/>
        </p:nvSpPr>
        <p:spPr bwMode="auto">
          <a:xfrm rot="1150392">
            <a:off x="2116138" y="2459038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156" name="Oval 39"/>
          <p:cNvSpPr>
            <a:spLocks noChangeArrowheads="1"/>
          </p:cNvSpPr>
          <p:nvPr/>
        </p:nvSpPr>
        <p:spPr bwMode="auto">
          <a:xfrm rot="1150392">
            <a:off x="2209800" y="2652713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157" name="Oval 40"/>
          <p:cNvSpPr>
            <a:spLocks noChangeArrowheads="1"/>
          </p:cNvSpPr>
          <p:nvPr/>
        </p:nvSpPr>
        <p:spPr bwMode="auto">
          <a:xfrm rot="1150392">
            <a:off x="2303463" y="2847975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158" name="Oval 41"/>
          <p:cNvSpPr>
            <a:spLocks noChangeArrowheads="1"/>
          </p:cNvSpPr>
          <p:nvPr/>
        </p:nvSpPr>
        <p:spPr bwMode="auto">
          <a:xfrm rot="1150392">
            <a:off x="2644775" y="2562225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159" name="Oval 42"/>
          <p:cNvSpPr>
            <a:spLocks noChangeArrowheads="1"/>
          </p:cNvSpPr>
          <p:nvPr/>
        </p:nvSpPr>
        <p:spPr bwMode="auto">
          <a:xfrm rot="1150392">
            <a:off x="1990725" y="2819400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160" name="Oval 43"/>
          <p:cNvSpPr>
            <a:spLocks noChangeArrowheads="1"/>
          </p:cNvSpPr>
          <p:nvPr/>
        </p:nvSpPr>
        <p:spPr bwMode="auto">
          <a:xfrm rot="1150392">
            <a:off x="2378075" y="2632075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161" name="Oval 44"/>
          <p:cNvSpPr>
            <a:spLocks noChangeArrowheads="1"/>
          </p:cNvSpPr>
          <p:nvPr/>
        </p:nvSpPr>
        <p:spPr bwMode="auto">
          <a:xfrm rot="1150392">
            <a:off x="2428875" y="2487613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162" name="Oval 45"/>
          <p:cNvSpPr>
            <a:spLocks noChangeArrowheads="1"/>
          </p:cNvSpPr>
          <p:nvPr/>
        </p:nvSpPr>
        <p:spPr bwMode="auto">
          <a:xfrm rot="1150392">
            <a:off x="1993900" y="2578100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163" name="Oval 46"/>
          <p:cNvSpPr>
            <a:spLocks noChangeArrowheads="1"/>
          </p:cNvSpPr>
          <p:nvPr/>
        </p:nvSpPr>
        <p:spPr bwMode="auto">
          <a:xfrm rot="1150392">
            <a:off x="2593975" y="2706688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164" name="Oval 47"/>
          <p:cNvSpPr>
            <a:spLocks noChangeArrowheads="1"/>
          </p:cNvSpPr>
          <p:nvPr/>
        </p:nvSpPr>
        <p:spPr bwMode="auto">
          <a:xfrm rot="1150392">
            <a:off x="2687638" y="2900363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165" name="Oval 48"/>
          <p:cNvSpPr>
            <a:spLocks noChangeArrowheads="1"/>
          </p:cNvSpPr>
          <p:nvPr/>
        </p:nvSpPr>
        <p:spPr bwMode="auto">
          <a:xfrm rot="1150392">
            <a:off x="2781300" y="3094038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166" name="Oval 49"/>
          <p:cNvSpPr>
            <a:spLocks noChangeArrowheads="1"/>
          </p:cNvSpPr>
          <p:nvPr/>
        </p:nvSpPr>
        <p:spPr bwMode="auto">
          <a:xfrm rot="1150392">
            <a:off x="3098800" y="2881313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167" name="Oval 50"/>
          <p:cNvSpPr>
            <a:spLocks noChangeArrowheads="1"/>
          </p:cNvSpPr>
          <p:nvPr/>
        </p:nvSpPr>
        <p:spPr bwMode="auto">
          <a:xfrm rot="1150392">
            <a:off x="2468563" y="3067050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168" name="Oval 51"/>
          <p:cNvSpPr>
            <a:spLocks noChangeArrowheads="1"/>
          </p:cNvSpPr>
          <p:nvPr/>
        </p:nvSpPr>
        <p:spPr bwMode="auto">
          <a:xfrm rot="1150392">
            <a:off x="2857500" y="2878138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169" name="Oval 52"/>
          <p:cNvSpPr>
            <a:spLocks noChangeArrowheads="1"/>
          </p:cNvSpPr>
          <p:nvPr/>
        </p:nvSpPr>
        <p:spPr bwMode="auto">
          <a:xfrm rot="1150392">
            <a:off x="2906713" y="2735263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170" name="Oval 53"/>
          <p:cNvSpPr>
            <a:spLocks noChangeArrowheads="1"/>
          </p:cNvSpPr>
          <p:nvPr/>
        </p:nvSpPr>
        <p:spPr bwMode="auto">
          <a:xfrm rot="1150392">
            <a:off x="2471738" y="2825750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171" name="Oval 54"/>
          <p:cNvSpPr>
            <a:spLocks noChangeArrowheads="1"/>
          </p:cNvSpPr>
          <p:nvPr/>
        </p:nvSpPr>
        <p:spPr bwMode="auto">
          <a:xfrm rot="1150392">
            <a:off x="1343025" y="2593975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172" name="Oval 55"/>
          <p:cNvSpPr>
            <a:spLocks noChangeArrowheads="1"/>
          </p:cNvSpPr>
          <p:nvPr/>
        </p:nvSpPr>
        <p:spPr bwMode="auto">
          <a:xfrm rot="1150392">
            <a:off x="1436688" y="2787650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173" name="Oval 56"/>
          <p:cNvSpPr>
            <a:spLocks noChangeArrowheads="1"/>
          </p:cNvSpPr>
          <p:nvPr/>
        </p:nvSpPr>
        <p:spPr bwMode="auto">
          <a:xfrm rot="1150392">
            <a:off x="1530350" y="2981325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174" name="Oval 57"/>
          <p:cNvSpPr>
            <a:spLocks noChangeArrowheads="1"/>
          </p:cNvSpPr>
          <p:nvPr/>
        </p:nvSpPr>
        <p:spPr bwMode="auto">
          <a:xfrm rot="1150392">
            <a:off x="1871663" y="2697163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175" name="Oval 58"/>
          <p:cNvSpPr>
            <a:spLocks noChangeArrowheads="1"/>
          </p:cNvSpPr>
          <p:nvPr/>
        </p:nvSpPr>
        <p:spPr bwMode="auto">
          <a:xfrm rot="1150392">
            <a:off x="1217613" y="2954338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176" name="Oval 59"/>
          <p:cNvSpPr>
            <a:spLocks noChangeArrowheads="1"/>
          </p:cNvSpPr>
          <p:nvPr/>
        </p:nvSpPr>
        <p:spPr bwMode="auto">
          <a:xfrm rot="1150392">
            <a:off x="1604963" y="2765425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177" name="Oval 60"/>
          <p:cNvSpPr>
            <a:spLocks noChangeArrowheads="1"/>
          </p:cNvSpPr>
          <p:nvPr/>
        </p:nvSpPr>
        <p:spPr bwMode="auto">
          <a:xfrm rot="1150392">
            <a:off x="1655763" y="2622550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178" name="Oval 61"/>
          <p:cNvSpPr>
            <a:spLocks noChangeArrowheads="1"/>
          </p:cNvSpPr>
          <p:nvPr/>
        </p:nvSpPr>
        <p:spPr bwMode="auto">
          <a:xfrm rot="1150392">
            <a:off x="1220788" y="2713038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179" name="Oval 62"/>
          <p:cNvSpPr>
            <a:spLocks noChangeArrowheads="1"/>
          </p:cNvSpPr>
          <p:nvPr/>
        </p:nvSpPr>
        <p:spPr bwMode="auto">
          <a:xfrm rot="1150392">
            <a:off x="1820863" y="2841625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180" name="Oval 63"/>
          <p:cNvSpPr>
            <a:spLocks noChangeArrowheads="1"/>
          </p:cNvSpPr>
          <p:nvPr/>
        </p:nvSpPr>
        <p:spPr bwMode="auto">
          <a:xfrm rot="1150392">
            <a:off x="1914525" y="3035300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181" name="Oval 64"/>
          <p:cNvSpPr>
            <a:spLocks noChangeArrowheads="1"/>
          </p:cNvSpPr>
          <p:nvPr/>
        </p:nvSpPr>
        <p:spPr bwMode="auto">
          <a:xfrm rot="1150392">
            <a:off x="2009775" y="3228975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182" name="Oval 65"/>
          <p:cNvSpPr>
            <a:spLocks noChangeArrowheads="1"/>
          </p:cNvSpPr>
          <p:nvPr/>
        </p:nvSpPr>
        <p:spPr bwMode="auto">
          <a:xfrm rot="1150392">
            <a:off x="2325688" y="3016250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183" name="Oval 66"/>
          <p:cNvSpPr>
            <a:spLocks noChangeArrowheads="1"/>
          </p:cNvSpPr>
          <p:nvPr/>
        </p:nvSpPr>
        <p:spPr bwMode="auto">
          <a:xfrm rot="1150392">
            <a:off x="1695450" y="3200400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184" name="Oval 67"/>
          <p:cNvSpPr>
            <a:spLocks noChangeArrowheads="1"/>
          </p:cNvSpPr>
          <p:nvPr/>
        </p:nvSpPr>
        <p:spPr bwMode="auto">
          <a:xfrm rot="1150392">
            <a:off x="2084388" y="3013075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185" name="Oval 68"/>
          <p:cNvSpPr>
            <a:spLocks noChangeArrowheads="1"/>
          </p:cNvSpPr>
          <p:nvPr/>
        </p:nvSpPr>
        <p:spPr bwMode="auto">
          <a:xfrm rot="1150392">
            <a:off x="2133600" y="2868613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186" name="Oval 69"/>
          <p:cNvSpPr>
            <a:spLocks noChangeArrowheads="1"/>
          </p:cNvSpPr>
          <p:nvPr/>
        </p:nvSpPr>
        <p:spPr bwMode="auto">
          <a:xfrm rot="1150392">
            <a:off x="1698625" y="2960688"/>
            <a:ext cx="76200" cy="76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grpSp>
        <p:nvGrpSpPr>
          <p:cNvPr id="49187" name="Grupo 69"/>
          <p:cNvGrpSpPr>
            <a:grpSpLocks/>
          </p:cNvGrpSpPr>
          <p:nvPr/>
        </p:nvGrpSpPr>
        <p:grpSpPr bwMode="auto">
          <a:xfrm>
            <a:off x="2551113" y="889000"/>
            <a:ext cx="4340225" cy="2746375"/>
            <a:chOff x="2332912" y="3686607"/>
            <a:chExt cx="4340225" cy="2746375"/>
          </a:xfrm>
        </p:grpSpPr>
        <p:sp>
          <p:nvSpPr>
            <p:cNvPr id="49223" name="Line 70"/>
            <p:cNvSpPr>
              <a:spLocks noChangeShapeType="1"/>
            </p:cNvSpPr>
            <p:nvPr/>
          </p:nvSpPr>
          <p:spPr bwMode="auto">
            <a:xfrm rot="1388400" flipV="1">
              <a:off x="2786937" y="4756582"/>
              <a:ext cx="3886200" cy="1676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9224" name="Line 71"/>
            <p:cNvSpPr>
              <a:spLocks noChangeShapeType="1"/>
            </p:cNvSpPr>
            <p:nvPr/>
          </p:nvSpPr>
          <p:spPr bwMode="auto">
            <a:xfrm rot="1388400" flipH="1" flipV="1">
              <a:off x="2332912" y="3686607"/>
              <a:ext cx="885825" cy="1981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</p:grpSp>
      <p:sp>
        <p:nvSpPr>
          <p:cNvPr id="49188" name="Flecha abajo 72"/>
          <p:cNvSpPr>
            <a:spLocks noChangeArrowheads="1"/>
          </p:cNvSpPr>
          <p:nvPr/>
        </p:nvSpPr>
        <p:spPr bwMode="auto">
          <a:xfrm>
            <a:off x="3749675" y="161925"/>
            <a:ext cx="539750" cy="720725"/>
          </a:xfrm>
          <a:prstGeom prst="downArrow">
            <a:avLst>
              <a:gd name="adj1" fmla="val 50000"/>
              <a:gd name="adj2" fmla="val 50160"/>
            </a:avLst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189" name="CuadroTexto 73"/>
          <p:cNvSpPr txBox="1">
            <a:spLocks noChangeArrowheads="1"/>
          </p:cNvSpPr>
          <p:nvPr/>
        </p:nvSpPr>
        <p:spPr bwMode="auto">
          <a:xfrm>
            <a:off x="4572000" y="476250"/>
            <a:ext cx="3746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" altLang="es-ES" sz="2800" i="0"/>
              <a:t>Se reorientan los datos</a:t>
            </a:r>
          </a:p>
        </p:txBody>
      </p:sp>
      <p:sp>
        <p:nvSpPr>
          <p:cNvPr id="49190" name="Line 70"/>
          <p:cNvSpPr>
            <a:spLocks noChangeShapeType="1"/>
          </p:cNvSpPr>
          <p:nvPr/>
        </p:nvSpPr>
        <p:spPr bwMode="auto">
          <a:xfrm rot="1388400" flipV="1">
            <a:off x="2119313" y="5741988"/>
            <a:ext cx="388620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49191" name="Flecha abajo 78"/>
          <p:cNvSpPr>
            <a:spLocks noChangeArrowheads="1"/>
          </p:cNvSpPr>
          <p:nvPr/>
        </p:nvSpPr>
        <p:spPr bwMode="auto">
          <a:xfrm>
            <a:off x="2863850" y="3944938"/>
            <a:ext cx="541338" cy="720725"/>
          </a:xfrm>
          <a:prstGeom prst="downArrow">
            <a:avLst>
              <a:gd name="adj1" fmla="val 50000"/>
              <a:gd name="adj2" fmla="val 50013"/>
            </a:avLst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192" name="CuadroTexto 79"/>
          <p:cNvSpPr txBox="1">
            <a:spLocks noChangeArrowheads="1"/>
          </p:cNvSpPr>
          <p:nvPr/>
        </p:nvSpPr>
        <p:spPr bwMode="auto">
          <a:xfrm>
            <a:off x="3686175" y="4259263"/>
            <a:ext cx="4557713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s-ES" altLang="es-ES" sz="2800" i="0" dirty="0"/>
              <a:t>Se reducen las </a:t>
            </a:r>
            <a:r>
              <a:rPr lang="es-ES" altLang="es-ES" sz="2800" i="0" dirty="0" smtClean="0"/>
              <a:t>dimensiones, realizando una proyección</a:t>
            </a:r>
            <a:endParaRPr lang="es-ES" altLang="es-ES" sz="2800" i="0" dirty="0"/>
          </a:p>
        </p:txBody>
      </p:sp>
      <p:sp>
        <p:nvSpPr>
          <p:cNvPr id="49193" name="Elipse 82"/>
          <p:cNvSpPr>
            <a:spLocks noChangeArrowheads="1"/>
          </p:cNvSpPr>
          <p:nvPr/>
        </p:nvSpPr>
        <p:spPr bwMode="auto">
          <a:xfrm>
            <a:off x="1425575" y="6524625"/>
            <a:ext cx="93663" cy="73025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194" name="Elipse 83"/>
          <p:cNvSpPr>
            <a:spLocks noChangeArrowheads="1"/>
          </p:cNvSpPr>
          <p:nvPr/>
        </p:nvSpPr>
        <p:spPr bwMode="auto">
          <a:xfrm>
            <a:off x="1577975" y="6524625"/>
            <a:ext cx="93663" cy="73025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195" name="Elipse 84"/>
          <p:cNvSpPr>
            <a:spLocks noChangeArrowheads="1"/>
          </p:cNvSpPr>
          <p:nvPr/>
        </p:nvSpPr>
        <p:spPr bwMode="auto">
          <a:xfrm>
            <a:off x="1741488" y="6524625"/>
            <a:ext cx="93662" cy="73025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196" name="Elipse 85"/>
          <p:cNvSpPr>
            <a:spLocks noChangeArrowheads="1"/>
          </p:cNvSpPr>
          <p:nvPr/>
        </p:nvSpPr>
        <p:spPr bwMode="auto">
          <a:xfrm>
            <a:off x="1885950" y="6524625"/>
            <a:ext cx="93663" cy="73025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197" name="Elipse 86"/>
          <p:cNvSpPr>
            <a:spLocks noChangeArrowheads="1"/>
          </p:cNvSpPr>
          <p:nvPr/>
        </p:nvSpPr>
        <p:spPr bwMode="auto">
          <a:xfrm>
            <a:off x="2030413" y="6524625"/>
            <a:ext cx="93662" cy="73025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198" name="Elipse 88"/>
          <p:cNvSpPr>
            <a:spLocks noChangeArrowheads="1"/>
          </p:cNvSpPr>
          <p:nvPr/>
        </p:nvSpPr>
        <p:spPr bwMode="auto">
          <a:xfrm>
            <a:off x="2195513" y="6524625"/>
            <a:ext cx="93662" cy="73025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199" name="Elipse 89"/>
          <p:cNvSpPr>
            <a:spLocks noChangeArrowheads="1"/>
          </p:cNvSpPr>
          <p:nvPr/>
        </p:nvSpPr>
        <p:spPr bwMode="auto">
          <a:xfrm>
            <a:off x="2347913" y="6524625"/>
            <a:ext cx="93662" cy="73025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200" name="Elipse 90"/>
          <p:cNvSpPr>
            <a:spLocks noChangeArrowheads="1"/>
          </p:cNvSpPr>
          <p:nvPr/>
        </p:nvSpPr>
        <p:spPr bwMode="auto">
          <a:xfrm>
            <a:off x="2511425" y="6524625"/>
            <a:ext cx="93663" cy="73025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201" name="Elipse 91"/>
          <p:cNvSpPr>
            <a:spLocks noChangeArrowheads="1"/>
          </p:cNvSpPr>
          <p:nvPr/>
        </p:nvSpPr>
        <p:spPr bwMode="auto">
          <a:xfrm>
            <a:off x="2655888" y="6524625"/>
            <a:ext cx="93662" cy="73025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202" name="Elipse 92"/>
          <p:cNvSpPr>
            <a:spLocks noChangeArrowheads="1"/>
          </p:cNvSpPr>
          <p:nvPr/>
        </p:nvSpPr>
        <p:spPr bwMode="auto">
          <a:xfrm>
            <a:off x="2798763" y="6524625"/>
            <a:ext cx="95250" cy="73025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203" name="Elipse 93"/>
          <p:cNvSpPr>
            <a:spLocks noChangeArrowheads="1"/>
          </p:cNvSpPr>
          <p:nvPr/>
        </p:nvSpPr>
        <p:spPr bwMode="auto">
          <a:xfrm>
            <a:off x="3009900" y="6524625"/>
            <a:ext cx="93663" cy="73025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204" name="Elipse 94"/>
          <p:cNvSpPr>
            <a:spLocks noChangeArrowheads="1"/>
          </p:cNvSpPr>
          <p:nvPr/>
        </p:nvSpPr>
        <p:spPr bwMode="auto">
          <a:xfrm>
            <a:off x="3162300" y="6524625"/>
            <a:ext cx="93663" cy="73025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205" name="Elipse 95"/>
          <p:cNvSpPr>
            <a:spLocks noChangeArrowheads="1"/>
          </p:cNvSpPr>
          <p:nvPr/>
        </p:nvSpPr>
        <p:spPr bwMode="auto">
          <a:xfrm>
            <a:off x="3325813" y="6524625"/>
            <a:ext cx="93662" cy="73025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206" name="Elipse 96"/>
          <p:cNvSpPr>
            <a:spLocks noChangeArrowheads="1"/>
          </p:cNvSpPr>
          <p:nvPr/>
        </p:nvSpPr>
        <p:spPr bwMode="auto">
          <a:xfrm>
            <a:off x="3470275" y="6524625"/>
            <a:ext cx="93663" cy="73025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207" name="Elipse 97"/>
          <p:cNvSpPr>
            <a:spLocks noChangeArrowheads="1"/>
          </p:cNvSpPr>
          <p:nvPr/>
        </p:nvSpPr>
        <p:spPr bwMode="auto">
          <a:xfrm>
            <a:off x="3614738" y="6524625"/>
            <a:ext cx="93662" cy="73025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208" name="Elipse 98"/>
          <p:cNvSpPr>
            <a:spLocks noChangeArrowheads="1"/>
          </p:cNvSpPr>
          <p:nvPr/>
        </p:nvSpPr>
        <p:spPr bwMode="auto">
          <a:xfrm>
            <a:off x="2794000" y="6524625"/>
            <a:ext cx="93663" cy="73025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209" name="Elipse 99"/>
          <p:cNvSpPr>
            <a:spLocks noChangeArrowheads="1"/>
          </p:cNvSpPr>
          <p:nvPr/>
        </p:nvSpPr>
        <p:spPr bwMode="auto">
          <a:xfrm>
            <a:off x="2946400" y="6524625"/>
            <a:ext cx="93663" cy="73025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210" name="Elipse 100"/>
          <p:cNvSpPr>
            <a:spLocks noChangeArrowheads="1"/>
          </p:cNvSpPr>
          <p:nvPr/>
        </p:nvSpPr>
        <p:spPr bwMode="auto">
          <a:xfrm>
            <a:off x="3109913" y="6524625"/>
            <a:ext cx="93662" cy="73025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211" name="Elipse 101"/>
          <p:cNvSpPr>
            <a:spLocks noChangeArrowheads="1"/>
          </p:cNvSpPr>
          <p:nvPr/>
        </p:nvSpPr>
        <p:spPr bwMode="auto">
          <a:xfrm>
            <a:off x="3254375" y="6524625"/>
            <a:ext cx="93663" cy="73025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212" name="Elipse 102"/>
          <p:cNvSpPr>
            <a:spLocks noChangeArrowheads="1"/>
          </p:cNvSpPr>
          <p:nvPr/>
        </p:nvSpPr>
        <p:spPr bwMode="auto">
          <a:xfrm>
            <a:off x="3397250" y="6524625"/>
            <a:ext cx="95250" cy="73025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213" name="Elipse 103"/>
          <p:cNvSpPr>
            <a:spLocks noChangeArrowheads="1"/>
          </p:cNvSpPr>
          <p:nvPr/>
        </p:nvSpPr>
        <p:spPr bwMode="auto">
          <a:xfrm>
            <a:off x="3563938" y="6524625"/>
            <a:ext cx="93662" cy="73025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214" name="Elipse 104"/>
          <p:cNvSpPr>
            <a:spLocks noChangeArrowheads="1"/>
          </p:cNvSpPr>
          <p:nvPr/>
        </p:nvSpPr>
        <p:spPr bwMode="auto">
          <a:xfrm>
            <a:off x="3716338" y="6524625"/>
            <a:ext cx="93662" cy="73025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215" name="Elipse 105"/>
          <p:cNvSpPr>
            <a:spLocks noChangeArrowheads="1"/>
          </p:cNvSpPr>
          <p:nvPr/>
        </p:nvSpPr>
        <p:spPr bwMode="auto">
          <a:xfrm>
            <a:off x="3879850" y="6524625"/>
            <a:ext cx="93663" cy="73025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216" name="Elipse 106"/>
          <p:cNvSpPr>
            <a:spLocks noChangeArrowheads="1"/>
          </p:cNvSpPr>
          <p:nvPr/>
        </p:nvSpPr>
        <p:spPr bwMode="auto">
          <a:xfrm>
            <a:off x="4024313" y="6524625"/>
            <a:ext cx="93662" cy="73025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217" name="Elipse 107"/>
          <p:cNvSpPr>
            <a:spLocks noChangeArrowheads="1"/>
          </p:cNvSpPr>
          <p:nvPr/>
        </p:nvSpPr>
        <p:spPr bwMode="auto">
          <a:xfrm>
            <a:off x="4167188" y="6524625"/>
            <a:ext cx="93662" cy="73025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218" name="Elipse 108"/>
          <p:cNvSpPr>
            <a:spLocks noChangeArrowheads="1"/>
          </p:cNvSpPr>
          <p:nvPr/>
        </p:nvSpPr>
        <p:spPr bwMode="auto">
          <a:xfrm>
            <a:off x="4378325" y="6524625"/>
            <a:ext cx="93663" cy="73025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219" name="Elipse 109"/>
          <p:cNvSpPr>
            <a:spLocks noChangeArrowheads="1"/>
          </p:cNvSpPr>
          <p:nvPr/>
        </p:nvSpPr>
        <p:spPr bwMode="auto">
          <a:xfrm>
            <a:off x="4530725" y="6524625"/>
            <a:ext cx="93663" cy="73025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220" name="Elipse 110"/>
          <p:cNvSpPr>
            <a:spLocks noChangeArrowheads="1"/>
          </p:cNvSpPr>
          <p:nvPr/>
        </p:nvSpPr>
        <p:spPr bwMode="auto">
          <a:xfrm>
            <a:off x="4694238" y="6524625"/>
            <a:ext cx="93662" cy="73025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221" name="Elipse 111"/>
          <p:cNvSpPr>
            <a:spLocks noChangeArrowheads="1"/>
          </p:cNvSpPr>
          <p:nvPr/>
        </p:nvSpPr>
        <p:spPr bwMode="auto">
          <a:xfrm>
            <a:off x="4838700" y="6524625"/>
            <a:ext cx="93663" cy="73025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sp>
        <p:nvSpPr>
          <p:cNvPr id="49222" name="Elipse 112"/>
          <p:cNvSpPr>
            <a:spLocks noChangeArrowheads="1"/>
          </p:cNvSpPr>
          <p:nvPr/>
        </p:nvSpPr>
        <p:spPr bwMode="auto">
          <a:xfrm>
            <a:off x="4981575" y="6524625"/>
            <a:ext cx="95250" cy="73025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8077200" cy="1143000"/>
          </a:xfrm>
        </p:spPr>
        <p:txBody>
          <a:bodyPr/>
          <a:lstStyle/>
          <a:p>
            <a:r>
              <a:rPr lang="es-ES_tradnl" altLang="es-ES" smtClean="0"/>
              <a:t>Reducción de la Dimensionalidad </a:t>
            </a:r>
            <a:br>
              <a:rPr lang="es-ES_tradnl" altLang="es-ES" smtClean="0"/>
            </a:br>
            <a:r>
              <a:rPr lang="es-ES_tradnl" altLang="es-ES" sz="3600" smtClean="0"/>
              <a:t>Procedimiento PCA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077200" cy="4114800"/>
          </a:xfrm>
        </p:spPr>
        <p:txBody>
          <a:bodyPr/>
          <a:lstStyle/>
          <a:p>
            <a:r>
              <a:rPr lang="es-ES_tradnl" altLang="es-ES" sz="2800" smtClean="0"/>
              <a:t>Restar a cada característica su valor medio</a:t>
            </a:r>
          </a:p>
          <a:p>
            <a:r>
              <a:rPr lang="es-ES_tradnl" altLang="es-ES" sz="2800" smtClean="0"/>
              <a:t>Calcular la matriz de covarianza (C)</a:t>
            </a:r>
          </a:p>
          <a:p>
            <a:r>
              <a:rPr lang="es-ES_tradnl" altLang="es-ES" sz="2800" smtClean="0"/>
              <a:t>Calcular los autovalores y autovectores de C</a:t>
            </a:r>
          </a:p>
          <a:p>
            <a:r>
              <a:rPr lang="es-ES_tradnl" altLang="es-ES" sz="2800" smtClean="0"/>
              <a:t>Ordenar los autovectores de mayor a menor en función de su correspondiente autovalor</a:t>
            </a:r>
          </a:p>
          <a:p>
            <a:r>
              <a:rPr lang="es-ES_tradnl" altLang="es-ES" sz="2800" smtClean="0"/>
              <a:t>Crear la matriz M con tantos autovectores como características se deseen en el espacio transformado</a:t>
            </a:r>
          </a:p>
          <a:p>
            <a:r>
              <a:rPr lang="es-ES_tradnl" altLang="es-ES" sz="2800" smtClean="0"/>
              <a:t>Obtener los vectores transformados como </a:t>
            </a:r>
          </a:p>
          <a:p>
            <a:pPr>
              <a:buFontTx/>
              <a:buNone/>
            </a:pPr>
            <a:r>
              <a:rPr lang="es-ES_tradnl" altLang="es-ES" sz="2800" smtClean="0"/>
              <a:t>				y = M * 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609600"/>
            <a:ext cx="8062912" cy="1143000"/>
          </a:xfrm>
        </p:spPr>
        <p:txBody>
          <a:bodyPr/>
          <a:lstStyle/>
          <a:p>
            <a:r>
              <a:rPr lang="es-ES_tradnl" altLang="es-ES" smtClean="0"/>
              <a:t>Reducción de la Dimensionalidad</a:t>
            </a:r>
            <a:br>
              <a:rPr lang="es-ES_tradnl" altLang="es-ES" smtClean="0"/>
            </a:br>
            <a:r>
              <a:rPr lang="es-ES_tradnl" altLang="es-ES" sz="3600" smtClean="0"/>
              <a:t>Propiedades de PCA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153400" cy="4114800"/>
          </a:xfrm>
        </p:spPr>
        <p:txBody>
          <a:bodyPr/>
          <a:lstStyle/>
          <a:p>
            <a:r>
              <a:rPr lang="es-ES_tradnl" altLang="es-ES" sz="2800" smtClean="0"/>
              <a:t>La efectividad de cada característica viene dada por su correspondiente autovalor. Por tanto, si ordenamos los autovalores, podemos determinar las mejores características</a:t>
            </a:r>
          </a:p>
          <a:p>
            <a:r>
              <a:rPr lang="es-ES_tradnl" altLang="es-ES" sz="2800" smtClean="0"/>
              <a:t>La varianza retenida en el nuevo espacio es la suma de los autovalores de las características retenidas</a:t>
            </a:r>
          </a:p>
          <a:p>
            <a:r>
              <a:rPr lang="es-ES_tradnl" altLang="es-ES" sz="2800" smtClean="0"/>
              <a:t>La matriz de covarianza transformada es diagonal, es decir, las características tramsformadas están incorreladas</a:t>
            </a:r>
          </a:p>
          <a:p>
            <a:endParaRPr lang="es-ES_tradnl" altLang="es-ES" sz="2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09600"/>
            <a:ext cx="9144000" cy="1143000"/>
          </a:xfrm>
        </p:spPr>
        <p:txBody>
          <a:bodyPr/>
          <a:lstStyle/>
          <a:p>
            <a:r>
              <a:rPr lang="es-ES_tradnl" altLang="es-ES" smtClean="0"/>
              <a:t>Reducción de la Dimensionalidad</a:t>
            </a:r>
            <a:r>
              <a:rPr lang="es-ES_tradnl" altLang="es-ES" sz="4000" smtClean="0"/>
              <a:t> </a:t>
            </a:r>
            <a:br>
              <a:rPr lang="es-ES_tradnl" altLang="es-ES" sz="4000" smtClean="0"/>
            </a:br>
            <a:r>
              <a:rPr lang="es-ES_tradnl" altLang="es-ES" sz="3600" smtClean="0"/>
              <a:t>Inconveniente de PCA para clasificación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981200"/>
            <a:ext cx="8458200" cy="4114800"/>
          </a:xfrm>
        </p:spPr>
        <p:txBody>
          <a:bodyPr/>
          <a:lstStyle/>
          <a:p>
            <a:r>
              <a:rPr lang="es-ES_tradnl" altLang="es-ES" sz="2800" smtClean="0"/>
              <a:t>Las características con mayores autovalores no siempre conservan la separación entre clases.</a:t>
            </a:r>
          </a:p>
          <a:p>
            <a:endParaRPr lang="es-ES_tradnl" altLang="es-ES" sz="2800" smtClean="0"/>
          </a:p>
          <a:p>
            <a:endParaRPr lang="es-ES_tradnl" altLang="es-ES" sz="2800" smtClean="0"/>
          </a:p>
          <a:p>
            <a:endParaRPr lang="es-ES_tradnl" altLang="es-ES" sz="2800" smtClean="0"/>
          </a:p>
          <a:p>
            <a:endParaRPr lang="es-ES_tradnl" altLang="es-ES" sz="2800" smtClean="0"/>
          </a:p>
          <a:p>
            <a:endParaRPr lang="es-ES_tradnl" altLang="es-ES" sz="2800" smtClean="0"/>
          </a:p>
          <a:p>
            <a:r>
              <a:rPr lang="es-ES_tradnl" altLang="es-ES" sz="2800" smtClean="0"/>
              <a:t>Esta transformación es adecuada para compresión de datos, aunque no siempre es válida para clasificación.</a:t>
            </a:r>
          </a:p>
          <a:p>
            <a:endParaRPr lang="es-ES_tradnl" altLang="es-ES" sz="2800" smtClean="0"/>
          </a:p>
        </p:txBody>
      </p:sp>
      <p:grpSp>
        <p:nvGrpSpPr>
          <p:cNvPr id="52228" name="Group 237"/>
          <p:cNvGrpSpPr>
            <a:grpSpLocks/>
          </p:cNvGrpSpPr>
          <p:nvPr/>
        </p:nvGrpSpPr>
        <p:grpSpPr bwMode="auto">
          <a:xfrm>
            <a:off x="1752600" y="3124200"/>
            <a:ext cx="5257800" cy="1981200"/>
            <a:chOff x="720" y="2112"/>
            <a:chExt cx="3936" cy="2016"/>
          </a:xfrm>
        </p:grpSpPr>
        <p:grpSp>
          <p:nvGrpSpPr>
            <p:cNvPr id="52229" name="Group 4"/>
            <p:cNvGrpSpPr>
              <a:grpSpLocks/>
            </p:cNvGrpSpPr>
            <p:nvPr/>
          </p:nvGrpSpPr>
          <p:grpSpPr bwMode="auto">
            <a:xfrm>
              <a:off x="3456" y="2304"/>
              <a:ext cx="1200" cy="624"/>
              <a:chOff x="2544" y="2880"/>
              <a:chExt cx="1200" cy="624"/>
            </a:xfrm>
          </p:grpSpPr>
          <p:sp>
            <p:nvSpPr>
              <p:cNvPr id="52395" name="Oval 5"/>
              <p:cNvSpPr>
                <a:spLocks noChangeArrowheads="1"/>
              </p:cNvSpPr>
              <p:nvPr/>
            </p:nvSpPr>
            <p:spPr bwMode="auto">
              <a:xfrm>
                <a:off x="3024" y="292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96" name="Oval 6"/>
              <p:cNvSpPr>
                <a:spLocks noChangeArrowheads="1"/>
              </p:cNvSpPr>
              <p:nvPr/>
            </p:nvSpPr>
            <p:spPr bwMode="auto">
              <a:xfrm>
                <a:off x="3120" y="302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97" name="Oval 7"/>
              <p:cNvSpPr>
                <a:spLocks noChangeArrowheads="1"/>
              </p:cNvSpPr>
              <p:nvPr/>
            </p:nvSpPr>
            <p:spPr bwMode="auto">
              <a:xfrm>
                <a:off x="3216" y="3120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98" name="Oval 8"/>
              <p:cNvSpPr>
                <a:spLocks noChangeArrowheads="1"/>
              </p:cNvSpPr>
              <p:nvPr/>
            </p:nvSpPr>
            <p:spPr bwMode="auto">
              <a:xfrm>
                <a:off x="3360" y="2880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99" name="Oval 9"/>
              <p:cNvSpPr>
                <a:spLocks noChangeArrowheads="1"/>
              </p:cNvSpPr>
              <p:nvPr/>
            </p:nvSpPr>
            <p:spPr bwMode="auto">
              <a:xfrm>
                <a:off x="3024" y="316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400" name="Oval 10"/>
              <p:cNvSpPr>
                <a:spLocks noChangeArrowheads="1"/>
              </p:cNvSpPr>
              <p:nvPr/>
            </p:nvSpPr>
            <p:spPr bwMode="auto">
              <a:xfrm>
                <a:off x="3216" y="297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401" name="Oval 11"/>
              <p:cNvSpPr>
                <a:spLocks noChangeArrowheads="1"/>
              </p:cNvSpPr>
              <p:nvPr/>
            </p:nvSpPr>
            <p:spPr bwMode="auto">
              <a:xfrm>
                <a:off x="3216" y="2880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402" name="Oval 12"/>
              <p:cNvSpPr>
                <a:spLocks noChangeArrowheads="1"/>
              </p:cNvSpPr>
              <p:nvPr/>
            </p:nvSpPr>
            <p:spPr bwMode="auto">
              <a:xfrm>
                <a:off x="2976" y="302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403" name="Oval 13"/>
              <p:cNvSpPr>
                <a:spLocks noChangeArrowheads="1"/>
              </p:cNvSpPr>
              <p:nvPr/>
            </p:nvSpPr>
            <p:spPr bwMode="auto">
              <a:xfrm>
                <a:off x="3360" y="297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404" name="Oval 14"/>
              <p:cNvSpPr>
                <a:spLocks noChangeArrowheads="1"/>
              </p:cNvSpPr>
              <p:nvPr/>
            </p:nvSpPr>
            <p:spPr bwMode="auto">
              <a:xfrm>
                <a:off x="3456" y="3072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405" name="Oval 15"/>
              <p:cNvSpPr>
                <a:spLocks noChangeArrowheads="1"/>
              </p:cNvSpPr>
              <p:nvPr/>
            </p:nvSpPr>
            <p:spPr bwMode="auto">
              <a:xfrm>
                <a:off x="3552" y="316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406" name="Oval 16"/>
              <p:cNvSpPr>
                <a:spLocks noChangeArrowheads="1"/>
              </p:cNvSpPr>
              <p:nvPr/>
            </p:nvSpPr>
            <p:spPr bwMode="auto">
              <a:xfrm>
                <a:off x="3696" y="297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407" name="Oval 17"/>
              <p:cNvSpPr>
                <a:spLocks noChangeArrowheads="1"/>
              </p:cNvSpPr>
              <p:nvPr/>
            </p:nvSpPr>
            <p:spPr bwMode="auto">
              <a:xfrm>
                <a:off x="3360" y="321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408" name="Oval 18"/>
              <p:cNvSpPr>
                <a:spLocks noChangeArrowheads="1"/>
              </p:cNvSpPr>
              <p:nvPr/>
            </p:nvSpPr>
            <p:spPr bwMode="auto">
              <a:xfrm>
                <a:off x="3552" y="302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409" name="Oval 19"/>
              <p:cNvSpPr>
                <a:spLocks noChangeArrowheads="1"/>
              </p:cNvSpPr>
              <p:nvPr/>
            </p:nvSpPr>
            <p:spPr bwMode="auto">
              <a:xfrm>
                <a:off x="3552" y="292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410" name="Oval 20"/>
              <p:cNvSpPr>
                <a:spLocks noChangeArrowheads="1"/>
              </p:cNvSpPr>
              <p:nvPr/>
            </p:nvSpPr>
            <p:spPr bwMode="auto">
              <a:xfrm>
                <a:off x="3312" y="3072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411" name="Oval 21"/>
              <p:cNvSpPr>
                <a:spLocks noChangeArrowheads="1"/>
              </p:cNvSpPr>
              <p:nvPr/>
            </p:nvSpPr>
            <p:spPr bwMode="auto">
              <a:xfrm>
                <a:off x="2592" y="316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412" name="Oval 22"/>
              <p:cNvSpPr>
                <a:spLocks noChangeArrowheads="1"/>
              </p:cNvSpPr>
              <p:nvPr/>
            </p:nvSpPr>
            <p:spPr bwMode="auto">
              <a:xfrm>
                <a:off x="2688" y="326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413" name="Oval 23"/>
              <p:cNvSpPr>
                <a:spLocks noChangeArrowheads="1"/>
              </p:cNvSpPr>
              <p:nvPr/>
            </p:nvSpPr>
            <p:spPr bwMode="auto">
              <a:xfrm>
                <a:off x="2784" y="3360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414" name="Oval 24"/>
              <p:cNvSpPr>
                <a:spLocks noChangeArrowheads="1"/>
              </p:cNvSpPr>
              <p:nvPr/>
            </p:nvSpPr>
            <p:spPr bwMode="auto">
              <a:xfrm>
                <a:off x="2928" y="3120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415" name="Oval 25"/>
              <p:cNvSpPr>
                <a:spLocks noChangeArrowheads="1"/>
              </p:cNvSpPr>
              <p:nvPr/>
            </p:nvSpPr>
            <p:spPr bwMode="auto">
              <a:xfrm>
                <a:off x="2592" y="340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416" name="Oval 26"/>
              <p:cNvSpPr>
                <a:spLocks noChangeArrowheads="1"/>
              </p:cNvSpPr>
              <p:nvPr/>
            </p:nvSpPr>
            <p:spPr bwMode="auto">
              <a:xfrm>
                <a:off x="2784" y="321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417" name="Oval 27"/>
              <p:cNvSpPr>
                <a:spLocks noChangeArrowheads="1"/>
              </p:cNvSpPr>
              <p:nvPr/>
            </p:nvSpPr>
            <p:spPr bwMode="auto">
              <a:xfrm>
                <a:off x="2784" y="3120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418" name="Oval 28"/>
              <p:cNvSpPr>
                <a:spLocks noChangeArrowheads="1"/>
              </p:cNvSpPr>
              <p:nvPr/>
            </p:nvSpPr>
            <p:spPr bwMode="auto">
              <a:xfrm>
                <a:off x="2544" y="326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419" name="Oval 29"/>
              <p:cNvSpPr>
                <a:spLocks noChangeArrowheads="1"/>
              </p:cNvSpPr>
              <p:nvPr/>
            </p:nvSpPr>
            <p:spPr bwMode="auto">
              <a:xfrm>
                <a:off x="2928" y="321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420" name="Oval 30"/>
              <p:cNvSpPr>
                <a:spLocks noChangeArrowheads="1"/>
              </p:cNvSpPr>
              <p:nvPr/>
            </p:nvSpPr>
            <p:spPr bwMode="auto">
              <a:xfrm>
                <a:off x="3024" y="3312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421" name="Oval 31"/>
              <p:cNvSpPr>
                <a:spLocks noChangeArrowheads="1"/>
              </p:cNvSpPr>
              <p:nvPr/>
            </p:nvSpPr>
            <p:spPr bwMode="auto">
              <a:xfrm>
                <a:off x="3120" y="340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422" name="Oval 32"/>
              <p:cNvSpPr>
                <a:spLocks noChangeArrowheads="1"/>
              </p:cNvSpPr>
              <p:nvPr/>
            </p:nvSpPr>
            <p:spPr bwMode="auto">
              <a:xfrm>
                <a:off x="3264" y="321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423" name="Oval 33"/>
              <p:cNvSpPr>
                <a:spLocks noChangeArrowheads="1"/>
              </p:cNvSpPr>
              <p:nvPr/>
            </p:nvSpPr>
            <p:spPr bwMode="auto">
              <a:xfrm>
                <a:off x="2928" y="345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424" name="Oval 34"/>
              <p:cNvSpPr>
                <a:spLocks noChangeArrowheads="1"/>
              </p:cNvSpPr>
              <p:nvPr/>
            </p:nvSpPr>
            <p:spPr bwMode="auto">
              <a:xfrm>
                <a:off x="3120" y="326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425" name="Oval 35"/>
              <p:cNvSpPr>
                <a:spLocks noChangeArrowheads="1"/>
              </p:cNvSpPr>
              <p:nvPr/>
            </p:nvSpPr>
            <p:spPr bwMode="auto">
              <a:xfrm>
                <a:off x="3120" y="316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426" name="Oval 36"/>
              <p:cNvSpPr>
                <a:spLocks noChangeArrowheads="1"/>
              </p:cNvSpPr>
              <p:nvPr/>
            </p:nvSpPr>
            <p:spPr bwMode="auto">
              <a:xfrm>
                <a:off x="2880" y="3312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</p:grpSp>
        <p:grpSp>
          <p:nvGrpSpPr>
            <p:cNvPr id="52230" name="Group 37"/>
            <p:cNvGrpSpPr>
              <a:grpSpLocks/>
            </p:cNvGrpSpPr>
            <p:nvPr/>
          </p:nvGrpSpPr>
          <p:grpSpPr bwMode="auto">
            <a:xfrm>
              <a:off x="2448" y="2112"/>
              <a:ext cx="1200" cy="624"/>
              <a:chOff x="2640" y="2976"/>
              <a:chExt cx="1200" cy="624"/>
            </a:xfrm>
          </p:grpSpPr>
          <p:sp>
            <p:nvSpPr>
              <p:cNvPr id="52363" name="Oval 38"/>
              <p:cNvSpPr>
                <a:spLocks noChangeArrowheads="1"/>
              </p:cNvSpPr>
              <p:nvPr/>
            </p:nvSpPr>
            <p:spPr bwMode="auto">
              <a:xfrm>
                <a:off x="3120" y="302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64" name="Oval 39"/>
              <p:cNvSpPr>
                <a:spLocks noChangeArrowheads="1"/>
              </p:cNvSpPr>
              <p:nvPr/>
            </p:nvSpPr>
            <p:spPr bwMode="auto">
              <a:xfrm>
                <a:off x="3216" y="3120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65" name="Oval 40"/>
              <p:cNvSpPr>
                <a:spLocks noChangeArrowheads="1"/>
              </p:cNvSpPr>
              <p:nvPr/>
            </p:nvSpPr>
            <p:spPr bwMode="auto">
              <a:xfrm>
                <a:off x="3312" y="3216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66" name="Oval 41"/>
              <p:cNvSpPr>
                <a:spLocks noChangeArrowheads="1"/>
              </p:cNvSpPr>
              <p:nvPr/>
            </p:nvSpPr>
            <p:spPr bwMode="auto">
              <a:xfrm>
                <a:off x="3456" y="2976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67" name="Oval 42"/>
              <p:cNvSpPr>
                <a:spLocks noChangeArrowheads="1"/>
              </p:cNvSpPr>
              <p:nvPr/>
            </p:nvSpPr>
            <p:spPr bwMode="auto">
              <a:xfrm>
                <a:off x="3120" y="326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68" name="Oval 43"/>
              <p:cNvSpPr>
                <a:spLocks noChangeArrowheads="1"/>
              </p:cNvSpPr>
              <p:nvPr/>
            </p:nvSpPr>
            <p:spPr bwMode="auto">
              <a:xfrm>
                <a:off x="3312" y="307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69" name="Oval 44"/>
              <p:cNvSpPr>
                <a:spLocks noChangeArrowheads="1"/>
              </p:cNvSpPr>
              <p:nvPr/>
            </p:nvSpPr>
            <p:spPr bwMode="auto">
              <a:xfrm>
                <a:off x="3312" y="2976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70" name="Oval 45"/>
              <p:cNvSpPr>
                <a:spLocks noChangeArrowheads="1"/>
              </p:cNvSpPr>
              <p:nvPr/>
            </p:nvSpPr>
            <p:spPr bwMode="auto">
              <a:xfrm>
                <a:off x="3072" y="3120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71" name="Oval 46"/>
              <p:cNvSpPr>
                <a:spLocks noChangeArrowheads="1"/>
              </p:cNvSpPr>
              <p:nvPr/>
            </p:nvSpPr>
            <p:spPr bwMode="auto">
              <a:xfrm>
                <a:off x="3456" y="307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72" name="Oval 47"/>
              <p:cNvSpPr>
                <a:spLocks noChangeArrowheads="1"/>
              </p:cNvSpPr>
              <p:nvPr/>
            </p:nvSpPr>
            <p:spPr bwMode="auto">
              <a:xfrm>
                <a:off x="3552" y="3168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73" name="Oval 48"/>
              <p:cNvSpPr>
                <a:spLocks noChangeArrowheads="1"/>
              </p:cNvSpPr>
              <p:nvPr/>
            </p:nvSpPr>
            <p:spPr bwMode="auto">
              <a:xfrm>
                <a:off x="3648" y="326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74" name="Oval 49"/>
              <p:cNvSpPr>
                <a:spLocks noChangeArrowheads="1"/>
              </p:cNvSpPr>
              <p:nvPr/>
            </p:nvSpPr>
            <p:spPr bwMode="auto">
              <a:xfrm>
                <a:off x="3792" y="307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75" name="Oval 50"/>
              <p:cNvSpPr>
                <a:spLocks noChangeArrowheads="1"/>
              </p:cNvSpPr>
              <p:nvPr/>
            </p:nvSpPr>
            <p:spPr bwMode="auto">
              <a:xfrm>
                <a:off x="3456" y="331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76" name="Oval 51"/>
              <p:cNvSpPr>
                <a:spLocks noChangeArrowheads="1"/>
              </p:cNvSpPr>
              <p:nvPr/>
            </p:nvSpPr>
            <p:spPr bwMode="auto">
              <a:xfrm>
                <a:off x="3648" y="3120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77" name="Oval 52"/>
              <p:cNvSpPr>
                <a:spLocks noChangeArrowheads="1"/>
              </p:cNvSpPr>
              <p:nvPr/>
            </p:nvSpPr>
            <p:spPr bwMode="auto">
              <a:xfrm>
                <a:off x="3648" y="302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78" name="Oval 53"/>
              <p:cNvSpPr>
                <a:spLocks noChangeArrowheads="1"/>
              </p:cNvSpPr>
              <p:nvPr/>
            </p:nvSpPr>
            <p:spPr bwMode="auto">
              <a:xfrm>
                <a:off x="3408" y="3168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79" name="Oval 54"/>
              <p:cNvSpPr>
                <a:spLocks noChangeArrowheads="1"/>
              </p:cNvSpPr>
              <p:nvPr/>
            </p:nvSpPr>
            <p:spPr bwMode="auto">
              <a:xfrm>
                <a:off x="2688" y="326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80" name="Oval 55"/>
              <p:cNvSpPr>
                <a:spLocks noChangeArrowheads="1"/>
              </p:cNvSpPr>
              <p:nvPr/>
            </p:nvSpPr>
            <p:spPr bwMode="auto">
              <a:xfrm>
                <a:off x="2784" y="3360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81" name="Oval 56"/>
              <p:cNvSpPr>
                <a:spLocks noChangeArrowheads="1"/>
              </p:cNvSpPr>
              <p:nvPr/>
            </p:nvSpPr>
            <p:spPr bwMode="auto">
              <a:xfrm>
                <a:off x="2880" y="3456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82" name="Oval 57"/>
              <p:cNvSpPr>
                <a:spLocks noChangeArrowheads="1"/>
              </p:cNvSpPr>
              <p:nvPr/>
            </p:nvSpPr>
            <p:spPr bwMode="auto">
              <a:xfrm>
                <a:off x="3024" y="3216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83" name="Oval 58"/>
              <p:cNvSpPr>
                <a:spLocks noChangeArrowheads="1"/>
              </p:cNvSpPr>
              <p:nvPr/>
            </p:nvSpPr>
            <p:spPr bwMode="auto">
              <a:xfrm>
                <a:off x="2688" y="350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84" name="Oval 59"/>
              <p:cNvSpPr>
                <a:spLocks noChangeArrowheads="1"/>
              </p:cNvSpPr>
              <p:nvPr/>
            </p:nvSpPr>
            <p:spPr bwMode="auto">
              <a:xfrm>
                <a:off x="2880" y="331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85" name="Oval 60"/>
              <p:cNvSpPr>
                <a:spLocks noChangeArrowheads="1"/>
              </p:cNvSpPr>
              <p:nvPr/>
            </p:nvSpPr>
            <p:spPr bwMode="auto">
              <a:xfrm>
                <a:off x="2880" y="3216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86" name="Oval 61"/>
              <p:cNvSpPr>
                <a:spLocks noChangeArrowheads="1"/>
              </p:cNvSpPr>
              <p:nvPr/>
            </p:nvSpPr>
            <p:spPr bwMode="auto">
              <a:xfrm>
                <a:off x="2640" y="3360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87" name="Oval 62"/>
              <p:cNvSpPr>
                <a:spLocks noChangeArrowheads="1"/>
              </p:cNvSpPr>
              <p:nvPr/>
            </p:nvSpPr>
            <p:spPr bwMode="auto">
              <a:xfrm>
                <a:off x="3024" y="331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88" name="Oval 63"/>
              <p:cNvSpPr>
                <a:spLocks noChangeArrowheads="1"/>
              </p:cNvSpPr>
              <p:nvPr/>
            </p:nvSpPr>
            <p:spPr bwMode="auto">
              <a:xfrm>
                <a:off x="3120" y="3408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89" name="Oval 64"/>
              <p:cNvSpPr>
                <a:spLocks noChangeArrowheads="1"/>
              </p:cNvSpPr>
              <p:nvPr/>
            </p:nvSpPr>
            <p:spPr bwMode="auto">
              <a:xfrm>
                <a:off x="3216" y="350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90" name="Oval 65"/>
              <p:cNvSpPr>
                <a:spLocks noChangeArrowheads="1"/>
              </p:cNvSpPr>
              <p:nvPr/>
            </p:nvSpPr>
            <p:spPr bwMode="auto">
              <a:xfrm>
                <a:off x="3360" y="331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91" name="Oval 66"/>
              <p:cNvSpPr>
                <a:spLocks noChangeArrowheads="1"/>
              </p:cNvSpPr>
              <p:nvPr/>
            </p:nvSpPr>
            <p:spPr bwMode="auto">
              <a:xfrm>
                <a:off x="3024" y="355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92" name="Oval 67"/>
              <p:cNvSpPr>
                <a:spLocks noChangeArrowheads="1"/>
              </p:cNvSpPr>
              <p:nvPr/>
            </p:nvSpPr>
            <p:spPr bwMode="auto">
              <a:xfrm>
                <a:off x="3216" y="3360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93" name="Oval 68"/>
              <p:cNvSpPr>
                <a:spLocks noChangeArrowheads="1"/>
              </p:cNvSpPr>
              <p:nvPr/>
            </p:nvSpPr>
            <p:spPr bwMode="auto">
              <a:xfrm>
                <a:off x="3216" y="326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94" name="Oval 69"/>
              <p:cNvSpPr>
                <a:spLocks noChangeArrowheads="1"/>
              </p:cNvSpPr>
              <p:nvPr/>
            </p:nvSpPr>
            <p:spPr bwMode="auto">
              <a:xfrm>
                <a:off x="2976" y="3408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</p:grpSp>
        <p:grpSp>
          <p:nvGrpSpPr>
            <p:cNvPr id="52231" name="Group 72"/>
            <p:cNvGrpSpPr>
              <a:grpSpLocks/>
            </p:cNvGrpSpPr>
            <p:nvPr/>
          </p:nvGrpSpPr>
          <p:grpSpPr bwMode="auto">
            <a:xfrm>
              <a:off x="1584" y="2640"/>
              <a:ext cx="1200" cy="624"/>
              <a:chOff x="2640" y="2976"/>
              <a:chExt cx="1200" cy="624"/>
            </a:xfrm>
          </p:grpSpPr>
          <p:sp>
            <p:nvSpPr>
              <p:cNvPr id="52331" name="Oval 73"/>
              <p:cNvSpPr>
                <a:spLocks noChangeArrowheads="1"/>
              </p:cNvSpPr>
              <p:nvPr/>
            </p:nvSpPr>
            <p:spPr bwMode="auto">
              <a:xfrm>
                <a:off x="3120" y="302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32" name="Oval 74"/>
              <p:cNvSpPr>
                <a:spLocks noChangeArrowheads="1"/>
              </p:cNvSpPr>
              <p:nvPr/>
            </p:nvSpPr>
            <p:spPr bwMode="auto">
              <a:xfrm>
                <a:off x="3216" y="3120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33" name="Oval 75"/>
              <p:cNvSpPr>
                <a:spLocks noChangeArrowheads="1"/>
              </p:cNvSpPr>
              <p:nvPr/>
            </p:nvSpPr>
            <p:spPr bwMode="auto">
              <a:xfrm>
                <a:off x="3312" y="3216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34" name="Oval 76"/>
              <p:cNvSpPr>
                <a:spLocks noChangeArrowheads="1"/>
              </p:cNvSpPr>
              <p:nvPr/>
            </p:nvSpPr>
            <p:spPr bwMode="auto">
              <a:xfrm>
                <a:off x="3456" y="2976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35" name="Oval 77"/>
              <p:cNvSpPr>
                <a:spLocks noChangeArrowheads="1"/>
              </p:cNvSpPr>
              <p:nvPr/>
            </p:nvSpPr>
            <p:spPr bwMode="auto">
              <a:xfrm>
                <a:off x="3120" y="326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36" name="Oval 78"/>
              <p:cNvSpPr>
                <a:spLocks noChangeArrowheads="1"/>
              </p:cNvSpPr>
              <p:nvPr/>
            </p:nvSpPr>
            <p:spPr bwMode="auto">
              <a:xfrm>
                <a:off x="3312" y="307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37" name="Oval 79"/>
              <p:cNvSpPr>
                <a:spLocks noChangeArrowheads="1"/>
              </p:cNvSpPr>
              <p:nvPr/>
            </p:nvSpPr>
            <p:spPr bwMode="auto">
              <a:xfrm>
                <a:off x="3312" y="2976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38" name="Oval 80"/>
              <p:cNvSpPr>
                <a:spLocks noChangeArrowheads="1"/>
              </p:cNvSpPr>
              <p:nvPr/>
            </p:nvSpPr>
            <p:spPr bwMode="auto">
              <a:xfrm>
                <a:off x="3072" y="3120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39" name="Oval 81"/>
              <p:cNvSpPr>
                <a:spLocks noChangeArrowheads="1"/>
              </p:cNvSpPr>
              <p:nvPr/>
            </p:nvSpPr>
            <p:spPr bwMode="auto">
              <a:xfrm>
                <a:off x="3456" y="307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40" name="Oval 82"/>
              <p:cNvSpPr>
                <a:spLocks noChangeArrowheads="1"/>
              </p:cNvSpPr>
              <p:nvPr/>
            </p:nvSpPr>
            <p:spPr bwMode="auto">
              <a:xfrm>
                <a:off x="3552" y="3168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41" name="Oval 83"/>
              <p:cNvSpPr>
                <a:spLocks noChangeArrowheads="1"/>
              </p:cNvSpPr>
              <p:nvPr/>
            </p:nvSpPr>
            <p:spPr bwMode="auto">
              <a:xfrm>
                <a:off x="3648" y="326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42" name="Oval 84"/>
              <p:cNvSpPr>
                <a:spLocks noChangeArrowheads="1"/>
              </p:cNvSpPr>
              <p:nvPr/>
            </p:nvSpPr>
            <p:spPr bwMode="auto">
              <a:xfrm>
                <a:off x="3792" y="307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43" name="Oval 85"/>
              <p:cNvSpPr>
                <a:spLocks noChangeArrowheads="1"/>
              </p:cNvSpPr>
              <p:nvPr/>
            </p:nvSpPr>
            <p:spPr bwMode="auto">
              <a:xfrm>
                <a:off x="3456" y="331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44" name="Oval 86"/>
              <p:cNvSpPr>
                <a:spLocks noChangeArrowheads="1"/>
              </p:cNvSpPr>
              <p:nvPr/>
            </p:nvSpPr>
            <p:spPr bwMode="auto">
              <a:xfrm>
                <a:off x="3648" y="3120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45" name="Oval 87"/>
              <p:cNvSpPr>
                <a:spLocks noChangeArrowheads="1"/>
              </p:cNvSpPr>
              <p:nvPr/>
            </p:nvSpPr>
            <p:spPr bwMode="auto">
              <a:xfrm>
                <a:off x="3648" y="302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46" name="Oval 88"/>
              <p:cNvSpPr>
                <a:spLocks noChangeArrowheads="1"/>
              </p:cNvSpPr>
              <p:nvPr/>
            </p:nvSpPr>
            <p:spPr bwMode="auto">
              <a:xfrm>
                <a:off x="3408" y="3168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47" name="Oval 89"/>
              <p:cNvSpPr>
                <a:spLocks noChangeArrowheads="1"/>
              </p:cNvSpPr>
              <p:nvPr/>
            </p:nvSpPr>
            <p:spPr bwMode="auto">
              <a:xfrm>
                <a:off x="2688" y="326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48" name="Oval 90"/>
              <p:cNvSpPr>
                <a:spLocks noChangeArrowheads="1"/>
              </p:cNvSpPr>
              <p:nvPr/>
            </p:nvSpPr>
            <p:spPr bwMode="auto">
              <a:xfrm>
                <a:off x="2784" y="3360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49" name="Oval 91"/>
              <p:cNvSpPr>
                <a:spLocks noChangeArrowheads="1"/>
              </p:cNvSpPr>
              <p:nvPr/>
            </p:nvSpPr>
            <p:spPr bwMode="auto">
              <a:xfrm>
                <a:off x="2880" y="3456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50" name="Oval 92"/>
              <p:cNvSpPr>
                <a:spLocks noChangeArrowheads="1"/>
              </p:cNvSpPr>
              <p:nvPr/>
            </p:nvSpPr>
            <p:spPr bwMode="auto">
              <a:xfrm>
                <a:off x="3024" y="3216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51" name="Oval 93"/>
              <p:cNvSpPr>
                <a:spLocks noChangeArrowheads="1"/>
              </p:cNvSpPr>
              <p:nvPr/>
            </p:nvSpPr>
            <p:spPr bwMode="auto">
              <a:xfrm>
                <a:off x="2688" y="350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52" name="Oval 94"/>
              <p:cNvSpPr>
                <a:spLocks noChangeArrowheads="1"/>
              </p:cNvSpPr>
              <p:nvPr/>
            </p:nvSpPr>
            <p:spPr bwMode="auto">
              <a:xfrm>
                <a:off x="2880" y="331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53" name="Oval 95"/>
              <p:cNvSpPr>
                <a:spLocks noChangeArrowheads="1"/>
              </p:cNvSpPr>
              <p:nvPr/>
            </p:nvSpPr>
            <p:spPr bwMode="auto">
              <a:xfrm>
                <a:off x="2880" y="3216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54" name="Oval 96"/>
              <p:cNvSpPr>
                <a:spLocks noChangeArrowheads="1"/>
              </p:cNvSpPr>
              <p:nvPr/>
            </p:nvSpPr>
            <p:spPr bwMode="auto">
              <a:xfrm>
                <a:off x="2640" y="3360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55" name="Oval 97"/>
              <p:cNvSpPr>
                <a:spLocks noChangeArrowheads="1"/>
              </p:cNvSpPr>
              <p:nvPr/>
            </p:nvSpPr>
            <p:spPr bwMode="auto">
              <a:xfrm>
                <a:off x="3024" y="331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56" name="Oval 98"/>
              <p:cNvSpPr>
                <a:spLocks noChangeArrowheads="1"/>
              </p:cNvSpPr>
              <p:nvPr/>
            </p:nvSpPr>
            <p:spPr bwMode="auto">
              <a:xfrm>
                <a:off x="3120" y="3408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57" name="Oval 99"/>
              <p:cNvSpPr>
                <a:spLocks noChangeArrowheads="1"/>
              </p:cNvSpPr>
              <p:nvPr/>
            </p:nvSpPr>
            <p:spPr bwMode="auto">
              <a:xfrm>
                <a:off x="3216" y="350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58" name="Oval 100"/>
              <p:cNvSpPr>
                <a:spLocks noChangeArrowheads="1"/>
              </p:cNvSpPr>
              <p:nvPr/>
            </p:nvSpPr>
            <p:spPr bwMode="auto">
              <a:xfrm>
                <a:off x="3360" y="331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59" name="Oval 101"/>
              <p:cNvSpPr>
                <a:spLocks noChangeArrowheads="1"/>
              </p:cNvSpPr>
              <p:nvPr/>
            </p:nvSpPr>
            <p:spPr bwMode="auto">
              <a:xfrm>
                <a:off x="3024" y="355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60" name="Oval 102"/>
              <p:cNvSpPr>
                <a:spLocks noChangeArrowheads="1"/>
              </p:cNvSpPr>
              <p:nvPr/>
            </p:nvSpPr>
            <p:spPr bwMode="auto">
              <a:xfrm>
                <a:off x="3216" y="3360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61" name="Oval 103"/>
              <p:cNvSpPr>
                <a:spLocks noChangeArrowheads="1"/>
              </p:cNvSpPr>
              <p:nvPr/>
            </p:nvSpPr>
            <p:spPr bwMode="auto">
              <a:xfrm>
                <a:off x="3216" y="326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62" name="Oval 104"/>
              <p:cNvSpPr>
                <a:spLocks noChangeArrowheads="1"/>
              </p:cNvSpPr>
              <p:nvPr/>
            </p:nvSpPr>
            <p:spPr bwMode="auto">
              <a:xfrm>
                <a:off x="2976" y="3408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</p:grpSp>
        <p:grpSp>
          <p:nvGrpSpPr>
            <p:cNvPr id="52232" name="Group 105"/>
            <p:cNvGrpSpPr>
              <a:grpSpLocks/>
            </p:cNvGrpSpPr>
            <p:nvPr/>
          </p:nvGrpSpPr>
          <p:grpSpPr bwMode="auto">
            <a:xfrm>
              <a:off x="2784" y="2880"/>
              <a:ext cx="1200" cy="624"/>
              <a:chOff x="2544" y="2880"/>
              <a:chExt cx="1200" cy="624"/>
            </a:xfrm>
          </p:grpSpPr>
          <p:sp>
            <p:nvSpPr>
              <p:cNvPr id="52299" name="Oval 106"/>
              <p:cNvSpPr>
                <a:spLocks noChangeArrowheads="1"/>
              </p:cNvSpPr>
              <p:nvPr/>
            </p:nvSpPr>
            <p:spPr bwMode="auto">
              <a:xfrm>
                <a:off x="3024" y="292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00" name="Oval 107"/>
              <p:cNvSpPr>
                <a:spLocks noChangeArrowheads="1"/>
              </p:cNvSpPr>
              <p:nvPr/>
            </p:nvSpPr>
            <p:spPr bwMode="auto">
              <a:xfrm>
                <a:off x="3120" y="302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01" name="Oval 108"/>
              <p:cNvSpPr>
                <a:spLocks noChangeArrowheads="1"/>
              </p:cNvSpPr>
              <p:nvPr/>
            </p:nvSpPr>
            <p:spPr bwMode="auto">
              <a:xfrm>
                <a:off x="3216" y="3120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02" name="Oval 109"/>
              <p:cNvSpPr>
                <a:spLocks noChangeArrowheads="1"/>
              </p:cNvSpPr>
              <p:nvPr/>
            </p:nvSpPr>
            <p:spPr bwMode="auto">
              <a:xfrm>
                <a:off x="3360" y="2880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03" name="Oval 110"/>
              <p:cNvSpPr>
                <a:spLocks noChangeArrowheads="1"/>
              </p:cNvSpPr>
              <p:nvPr/>
            </p:nvSpPr>
            <p:spPr bwMode="auto">
              <a:xfrm>
                <a:off x="3024" y="316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04" name="Oval 111"/>
              <p:cNvSpPr>
                <a:spLocks noChangeArrowheads="1"/>
              </p:cNvSpPr>
              <p:nvPr/>
            </p:nvSpPr>
            <p:spPr bwMode="auto">
              <a:xfrm>
                <a:off x="3216" y="297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05" name="Oval 112"/>
              <p:cNvSpPr>
                <a:spLocks noChangeArrowheads="1"/>
              </p:cNvSpPr>
              <p:nvPr/>
            </p:nvSpPr>
            <p:spPr bwMode="auto">
              <a:xfrm>
                <a:off x="3216" y="2880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06" name="Oval 113"/>
              <p:cNvSpPr>
                <a:spLocks noChangeArrowheads="1"/>
              </p:cNvSpPr>
              <p:nvPr/>
            </p:nvSpPr>
            <p:spPr bwMode="auto">
              <a:xfrm>
                <a:off x="2976" y="302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07" name="Oval 114"/>
              <p:cNvSpPr>
                <a:spLocks noChangeArrowheads="1"/>
              </p:cNvSpPr>
              <p:nvPr/>
            </p:nvSpPr>
            <p:spPr bwMode="auto">
              <a:xfrm>
                <a:off x="3360" y="297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08" name="Oval 115"/>
              <p:cNvSpPr>
                <a:spLocks noChangeArrowheads="1"/>
              </p:cNvSpPr>
              <p:nvPr/>
            </p:nvSpPr>
            <p:spPr bwMode="auto">
              <a:xfrm>
                <a:off x="3456" y="3072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09" name="Oval 116"/>
              <p:cNvSpPr>
                <a:spLocks noChangeArrowheads="1"/>
              </p:cNvSpPr>
              <p:nvPr/>
            </p:nvSpPr>
            <p:spPr bwMode="auto">
              <a:xfrm>
                <a:off x="3552" y="316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10" name="Oval 117"/>
              <p:cNvSpPr>
                <a:spLocks noChangeArrowheads="1"/>
              </p:cNvSpPr>
              <p:nvPr/>
            </p:nvSpPr>
            <p:spPr bwMode="auto">
              <a:xfrm>
                <a:off x="3696" y="297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11" name="Oval 118"/>
              <p:cNvSpPr>
                <a:spLocks noChangeArrowheads="1"/>
              </p:cNvSpPr>
              <p:nvPr/>
            </p:nvSpPr>
            <p:spPr bwMode="auto">
              <a:xfrm>
                <a:off x="3360" y="321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12" name="Oval 119"/>
              <p:cNvSpPr>
                <a:spLocks noChangeArrowheads="1"/>
              </p:cNvSpPr>
              <p:nvPr/>
            </p:nvSpPr>
            <p:spPr bwMode="auto">
              <a:xfrm>
                <a:off x="3552" y="302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13" name="Oval 120"/>
              <p:cNvSpPr>
                <a:spLocks noChangeArrowheads="1"/>
              </p:cNvSpPr>
              <p:nvPr/>
            </p:nvSpPr>
            <p:spPr bwMode="auto">
              <a:xfrm>
                <a:off x="3552" y="292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14" name="Oval 121"/>
              <p:cNvSpPr>
                <a:spLocks noChangeArrowheads="1"/>
              </p:cNvSpPr>
              <p:nvPr/>
            </p:nvSpPr>
            <p:spPr bwMode="auto">
              <a:xfrm>
                <a:off x="3312" y="3072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15" name="Oval 122"/>
              <p:cNvSpPr>
                <a:spLocks noChangeArrowheads="1"/>
              </p:cNvSpPr>
              <p:nvPr/>
            </p:nvSpPr>
            <p:spPr bwMode="auto">
              <a:xfrm>
                <a:off x="2592" y="316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16" name="Oval 123"/>
              <p:cNvSpPr>
                <a:spLocks noChangeArrowheads="1"/>
              </p:cNvSpPr>
              <p:nvPr/>
            </p:nvSpPr>
            <p:spPr bwMode="auto">
              <a:xfrm>
                <a:off x="2688" y="326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17" name="Oval 124"/>
              <p:cNvSpPr>
                <a:spLocks noChangeArrowheads="1"/>
              </p:cNvSpPr>
              <p:nvPr/>
            </p:nvSpPr>
            <p:spPr bwMode="auto">
              <a:xfrm>
                <a:off x="2784" y="3360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18" name="Oval 125"/>
              <p:cNvSpPr>
                <a:spLocks noChangeArrowheads="1"/>
              </p:cNvSpPr>
              <p:nvPr/>
            </p:nvSpPr>
            <p:spPr bwMode="auto">
              <a:xfrm>
                <a:off x="2928" y="3120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19" name="Oval 126"/>
              <p:cNvSpPr>
                <a:spLocks noChangeArrowheads="1"/>
              </p:cNvSpPr>
              <p:nvPr/>
            </p:nvSpPr>
            <p:spPr bwMode="auto">
              <a:xfrm>
                <a:off x="2592" y="340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20" name="Oval 127"/>
              <p:cNvSpPr>
                <a:spLocks noChangeArrowheads="1"/>
              </p:cNvSpPr>
              <p:nvPr/>
            </p:nvSpPr>
            <p:spPr bwMode="auto">
              <a:xfrm>
                <a:off x="2784" y="321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21" name="Oval 128"/>
              <p:cNvSpPr>
                <a:spLocks noChangeArrowheads="1"/>
              </p:cNvSpPr>
              <p:nvPr/>
            </p:nvSpPr>
            <p:spPr bwMode="auto">
              <a:xfrm>
                <a:off x="2784" y="3120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22" name="Oval 129"/>
              <p:cNvSpPr>
                <a:spLocks noChangeArrowheads="1"/>
              </p:cNvSpPr>
              <p:nvPr/>
            </p:nvSpPr>
            <p:spPr bwMode="auto">
              <a:xfrm>
                <a:off x="2544" y="326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23" name="Oval 130"/>
              <p:cNvSpPr>
                <a:spLocks noChangeArrowheads="1"/>
              </p:cNvSpPr>
              <p:nvPr/>
            </p:nvSpPr>
            <p:spPr bwMode="auto">
              <a:xfrm>
                <a:off x="2928" y="321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24" name="Oval 131"/>
              <p:cNvSpPr>
                <a:spLocks noChangeArrowheads="1"/>
              </p:cNvSpPr>
              <p:nvPr/>
            </p:nvSpPr>
            <p:spPr bwMode="auto">
              <a:xfrm>
                <a:off x="3024" y="3312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25" name="Oval 132"/>
              <p:cNvSpPr>
                <a:spLocks noChangeArrowheads="1"/>
              </p:cNvSpPr>
              <p:nvPr/>
            </p:nvSpPr>
            <p:spPr bwMode="auto">
              <a:xfrm>
                <a:off x="3120" y="340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26" name="Oval 133"/>
              <p:cNvSpPr>
                <a:spLocks noChangeArrowheads="1"/>
              </p:cNvSpPr>
              <p:nvPr/>
            </p:nvSpPr>
            <p:spPr bwMode="auto">
              <a:xfrm>
                <a:off x="3264" y="321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27" name="Oval 134"/>
              <p:cNvSpPr>
                <a:spLocks noChangeArrowheads="1"/>
              </p:cNvSpPr>
              <p:nvPr/>
            </p:nvSpPr>
            <p:spPr bwMode="auto">
              <a:xfrm>
                <a:off x="2928" y="345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28" name="Oval 135"/>
              <p:cNvSpPr>
                <a:spLocks noChangeArrowheads="1"/>
              </p:cNvSpPr>
              <p:nvPr/>
            </p:nvSpPr>
            <p:spPr bwMode="auto">
              <a:xfrm>
                <a:off x="3120" y="326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29" name="Oval 136"/>
              <p:cNvSpPr>
                <a:spLocks noChangeArrowheads="1"/>
              </p:cNvSpPr>
              <p:nvPr/>
            </p:nvSpPr>
            <p:spPr bwMode="auto">
              <a:xfrm>
                <a:off x="3120" y="316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330" name="Oval 137"/>
              <p:cNvSpPr>
                <a:spLocks noChangeArrowheads="1"/>
              </p:cNvSpPr>
              <p:nvPr/>
            </p:nvSpPr>
            <p:spPr bwMode="auto">
              <a:xfrm>
                <a:off x="2880" y="3312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</p:grpSp>
        <p:grpSp>
          <p:nvGrpSpPr>
            <p:cNvPr id="52233" name="Group 138"/>
            <p:cNvGrpSpPr>
              <a:grpSpLocks/>
            </p:cNvGrpSpPr>
            <p:nvPr/>
          </p:nvGrpSpPr>
          <p:grpSpPr bwMode="auto">
            <a:xfrm>
              <a:off x="2016" y="3504"/>
              <a:ext cx="1200" cy="624"/>
              <a:chOff x="2544" y="2880"/>
              <a:chExt cx="1200" cy="624"/>
            </a:xfrm>
          </p:grpSpPr>
          <p:sp>
            <p:nvSpPr>
              <p:cNvPr id="52267" name="Oval 139"/>
              <p:cNvSpPr>
                <a:spLocks noChangeArrowheads="1"/>
              </p:cNvSpPr>
              <p:nvPr/>
            </p:nvSpPr>
            <p:spPr bwMode="auto">
              <a:xfrm>
                <a:off x="3024" y="292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68" name="Oval 140"/>
              <p:cNvSpPr>
                <a:spLocks noChangeArrowheads="1"/>
              </p:cNvSpPr>
              <p:nvPr/>
            </p:nvSpPr>
            <p:spPr bwMode="auto">
              <a:xfrm>
                <a:off x="3120" y="302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69" name="Oval 141"/>
              <p:cNvSpPr>
                <a:spLocks noChangeArrowheads="1"/>
              </p:cNvSpPr>
              <p:nvPr/>
            </p:nvSpPr>
            <p:spPr bwMode="auto">
              <a:xfrm>
                <a:off x="3216" y="3120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70" name="Oval 142"/>
              <p:cNvSpPr>
                <a:spLocks noChangeArrowheads="1"/>
              </p:cNvSpPr>
              <p:nvPr/>
            </p:nvSpPr>
            <p:spPr bwMode="auto">
              <a:xfrm>
                <a:off x="3360" y="2880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71" name="Oval 143"/>
              <p:cNvSpPr>
                <a:spLocks noChangeArrowheads="1"/>
              </p:cNvSpPr>
              <p:nvPr/>
            </p:nvSpPr>
            <p:spPr bwMode="auto">
              <a:xfrm>
                <a:off x="3024" y="316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72" name="Oval 144"/>
              <p:cNvSpPr>
                <a:spLocks noChangeArrowheads="1"/>
              </p:cNvSpPr>
              <p:nvPr/>
            </p:nvSpPr>
            <p:spPr bwMode="auto">
              <a:xfrm>
                <a:off x="3216" y="297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73" name="Oval 145"/>
              <p:cNvSpPr>
                <a:spLocks noChangeArrowheads="1"/>
              </p:cNvSpPr>
              <p:nvPr/>
            </p:nvSpPr>
            <p:spPr bwMode="auto">
              <a:xfrm>
                <a:off x="3216" y="2880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74" name="Oval 146"/>
              <p:cNvSpPr>
                <a:spLocks noChangeArrowheads="1"/>
              </p:cNvSpPr>
              <p:nvPr/>
            </p:nvSpPr>
            <p:spPr bwMode="auto">
              <a:xfrm>
                <a:off x="2976" y="302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75" name="Oval 147"/>
              <p:cNvSpPr>
                <a:spLocks noChangeArrowheads="1"/>
              </p:cNvSpPr>
              <p:nvPr/>
            </p:nvSpPr>
            <p:spPr bwMode="auto">
              <a:xfrm>
                <a:off x="3360" y="297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76" name="Oval 148"/>
              <p:cNvSpPr>
                <a:spLocks noChangeArrowheads="1"/>
              </p:cNvSpPr>
              <p:nvPr/>
            </p:nvSpPr>
            <p:spPr bwMode="auto">
              <a:xfrm>
                <a:off x="3456" y="3072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77" name="Oval 149"/>
              <p:cNvSpPr>
                <a:spLocks noChangeArrowheads="1"/>
              </p:cNvSpPr>
              <p:nvPr/>
            </p:nvSpPr>
            <p:spPr bwMode="auto">
              <a:xfrm>
                <a:off x="3552" y="316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78" name="Oval 150"/>
              <p:cNvSpPr>
                <a:spLocks noChangeArrowheads="1"/>
              </p:cNvSpPr>
              <p:nvPr/>
            </p:nvSpPr>
            <p:spPr bwMode="auto">
              <a:xfrm>
                <a:off x="3696" y="297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79" name="Oval 151"/>
              <p:cNvSpPr>
                <a:spLocks noChangeArrowheads="1"/>
              </p:cNvSpPr>
              <p:nvPr/>
            </p:nvSpPr>
            <p:spPr bwMode="auto">
              <a:xfrm>
                <a:off x="3360" y="321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80" name="Oval 152"/>
              <p:cNvSpPr>
                <a:spLocks noChangeArrowheads="1"/>
              </p:cNvSpPr>
              <p:nvPr/>
            </p:nvSpPr>
            <p:spPr bwMode="auto">
              <a:xfrm>
                <a:off x="3552" y="302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81" name="Oval 153"/>
              <p:cNvSpPr>
                <a:spLocks noChangeArrowheads="1"/>
              </p:cNvSpPr>
              <p:nvPr/>
            </p:nvSpPr>
            <p:spPr bwMode="auto">
              <a:xfrm>
                <a:off x="3552" y="292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82" name="Oval 154"/>
              <p:cNvSpPr>
                <a:spLocks noChangeArrowheads="1"/>
              </p:cNvSpPr>
              <p:nvPr/>
            </p:nvSpPr>
            <p:spPr bwMode="auto">
              <a:xfrm>
                <a:off x="3312" y="3072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83" name="Oval 155"/>
              <p:cNvSpPr>
                <a:spLocks noChangeArrowheads="1"/>
              </p:cNvSpPr>
              <p:nvPr/>
            </p:nvSpPr>
            <p:spPr bwMode="auto">
              <a:xfrm>
                <a:off x="2592" y="316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84" name="Oval 156"/>
              <p:cNvSpPr>
                <a:spLocks noChangeArrowheads="1"/>
              </p:cNvSpPr>
              <p:nvPr/>
            </p:nvSpPr>
            <p:spPr bwMode="auto">
              <a:xfrm>
                <a:off x="2688" y="326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85" name="Oval 157"/>
              <p:cNvSpPr>
                <a:spLocks noChangeArrowheads="1"/>
              </p:cNvSpPr>
              <p:nvPr/>
            </p:nvSpPr>
            <p:spPr bwMode="auto">
              <a:xfrm>
                <a:off x="2784" y="3360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86" name="Oval 158"/>
              <p:cNvSpPr>
                <a:spLocks noChangeArrowheads="1"/>
              </p:cNvSpPr>
              <p:nvPr/>
            </p:nvSpPr>
            <p:spPr bwMode="auto">
              <a:xfrm>
                <a:off x="2928" y="3120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87" name="Oval 159"/>
              <p:cNvSpPr>
                <a:spLocks noChangeArrowheads="1"/>
              </p:cNvSpPr>
              <p:nvPr/>
            </p:nvSpPr>
            <p:spPr bwMode="auto">
              <a:xfrm>
                <a:off x="2592" y="340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88" name="Oval 160"/>
              <p:cNvSpPr>
                <a:spLocks noChangeArrowheads="1"/>
              </p:cNvSpPr>
              <p:nvPr/>
            </p:nvSpPr>
            <p:spPr bwMode="auto">
              <a:xfrm>
                <a:off x="2784" y="321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89" name="Oval 161"/>
              <p:cNvSpPr>
                <a:spLocks noChangeArrowheads="1"/>
              </p:cNvSpPr>
              <p:nvPr/>
            </p:nvSpPr>
            <p:spPr bwMode="auto">
              <a:xfrm>
                <a:off x="2784" y="3120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90" name="Oval 162"/>
              <p:cNvSpPr>
                <a:spLocks noChangeArrowheads="1"/>
              </p:cNvSpPr>
              <p:nvPr/>
            </p:nvSpPr>
            <p:spPr bwMode="auto">
              <a:xfrm>
                <a:off x="2544" y="326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91" name="Oval 163"/>
              <p:cNvSpPr>
                <a:spLocks noChangeArrowheads="1"/>
              </p:cNvSpPr>
              <p:nvPr/>
            </p:nvSpPr>
            <p:spPr bwMode="auto">
              <a:xfrm>
                <a:off x="2928" y="321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92" name="Oval 164"/>
              <p:cNvSpPr>
                <a:spLocks noChangeArrowheads="1"/>
              </p:cNvSpPr>
              <p:nvPr/>
            </p:nvSpPr>
            <p:spPr bwMode="auto">
              <a:xfrm>
                <a:off x="3024" y="3312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93" name="Oval 165"/>
              <p:cNvSpPr>
                <a:spLocks noChangeArrowheads="1"/>
              </p:cNvSpPr>
              <p:nvPr/>
            </p:nvSpPr>
            <p:spPr bwMode="auto">
              <a:xfrm>
                <a:off x="3120" y="340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94" name="Oval 166"/>
              <p:cNvSpPr>
                <a:spLocks noChangeArrowheads="1"/>
              </p:cNvSpPr>
              <p:nvPr/>
            </p:nvSpPr>
            <p:spPr bwMode="auto">
              <a:xfrm>
                <a:off x="3264" y="321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95" name="Oval 167"/>
              <p:cNvSpPr>
                <a:spLocks noChangeArrowheads="1"/>
              </p:cNvSpPr>
              <p:nvPr/>
            </p:nvSpPr>
            <p:spPr bwMode="auto">
              <a:xfrm>
                <a:off x="2928" y="345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96" name="Oval 168"/>
              <p:cNvSpPr>
                <a:spLocks noChangeArrowheads="1"/>
              </p:cNvSpPr>
              <p:nvPr/>
            </p:nvSpPr>
            <p:spPr bwMode="auto">
              <a:xfrm>
                <a:off x="3120" y="326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97" name="Oval 169"/>
              <p:cNvSpPr>
                <a:spLocks noChangeArrowheads="1"/>
              </p:cNvSpPr>
              <p:nvPr/>
            </p:nvSpPr>
            <p:spPr bwMode="auto">
              <a:xfrm>
                <a:off x="3120" y="316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98" name="Oval 170"/>
              <p:cNvSpPr>
                <a:spLocks noChangeArrowheads="1"/>
              </p:cNvSpPr>
              <p:nvPr/>
            </p:nvSpPr>
            <p:spPr bwMode="auto">
              <a:xfrm>
                <a:off x="2880" y="3312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</p:grpSp>
        <p:grpSp>
          <p:nvGrpSpPr>
            <p:cNvPr id="52234" name="Group 204"/>
            <p:cNvGrpSpPr>
              <a:grpSpLocks/>
            </p:cNvGrpSpPr>
            <p:nvPr/>
          </p:nvGrpSpPr>
          <p:grpSpPr bwMode="auto">
            <a:xfrm>
              <a:off x="720" y="3168"/>
              <a:ext cx="1200" cy="624"/>
              <a:chOff x="2640" y="2976"/>
              <a:chExt cx="1200" cy="624"/>
            </a:xfrm>
          </p:grpSpPr>
          <p:sp>
            <p:nvSpPr>
              <p:cNvPr id="52235" name="Oval 205"/>
              <p:cNvSpPr>
                <a:spLocks noChangeArrowheads="1"/>
              </p:cNvSpPr>
              <p:nvPr/>
            </p:nvSpPr>
            <p:spPr bwMode="auto">
              <a:xfrm>
                <a:off x="3120" y="302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36" name="Oval 206"/>
              <p:cNvSpPr>
                <a:spLocks noChangeArrowheads="1"/>
              </p:cNvSpPr>
              <p:nvPr/>
            </p:nvSpPr>
            <p:spPr bwMode="auto">
              <a:xfrm>
                <a:off x="3216" y="3120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37" name="Oval 207"/>
              <p:cNvSpPr>
                <a:spLocks noChangeArrowheads="1"/>
              </p:cNvSpPr>
              <p:nvPr/>
            </p:nvSpPr>
            <p:spPr bwMode="auto">
              <a:xfrm>
                <a:off x="3312" y="3216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38" name="Oval 208"/>
              <p:cNvSpPr>
                <a:spLocks noChangeArrowheads="1"/>
              </p:cNvSpPr>
              <p:nvPr/>
            </p:nvSpPr>
            <p:spPr bwMode="auto">
              <a:xfrm>
                <a:off x="3456" y="2976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39" name="Oval 209"/>
              <p:cNvSpPr>
                <a:spLocks noChangeArrowheads="1"/>
              </p:cNvSpPr>
              <p:nvPr/>
            </p:nvSpPr>
            <p:spPr bwMode="auto">
              <a:xfrm>
                <a:off x="3120" y="326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40" name="Oval 210"/>
              <p:cNvSpPr>
                <a:spLocks noChangeArrowheads="1"/>
              </p:cNvSpPr>
              <p:nvPr/>
            </p:nvSpPr>
            <p:spPr bwMode="auto">
              <a:xfrm>
                <a:off x="3312" y="307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41" name="Oval 211"/>
              <p:cNvSpPr>
                <a:spLocks noChangeArrowheads="1"/>
              </p:cNvSpPr>
              <p:nvPr/>
            </p:nvSpPr>
            <p:spPr bwMode="auto">
              <a:xfrm>
                <a:off x="3312" y="2976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42" name="Oval 212"/>
              <p:cNvSpPr>
                <a:spLocks noChangeArrowheads="1"/>
              </p:cNvSpPr>
              <p:nvPr/>
            </p:nvSpPr>
            <p:spPr bwMode="auto">
              <a:xfrm>
                <a:off x="3072" y="3120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43" name="Oval 213"/>
              <p:cNvSpPr>
                <a:spLocks noChangeArrowheads="1"/>
              </p:cNvSpPr>
              <p:nvPr/>
            </p:nvSpPr>
            <p:spPr bwMode="auto">
              <a:xfrm>
                <a:off x="3456" y="307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44" name="Oval 214"/>
              <p:cNvSpPr>
                <a:spLocks noChangeArrowheads="1"/>
              </p:cNvSpPr>
              <p:nvPr/>
            </p:nvSpPr>
            <p:spPr bwMode="auto">
              <a:xfrm>
                <a:off x="3552" y="3168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45" name="Oval 215"/>
              <p:cNvSpPr>
                <a:spLocks noChangeArrowheads="1"/>
              </p:cNvSpPr>
              <p:nvPr/>
            </p:nvSpPr>
            <p:spPr bwMode="auto">
              <a:xfrm>
                <a:off x="3648" y="326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46" name="Oval 216"/>
              <p:cNvSpPr>
                <a:spLocks noChangeArrowheads="1"/>
              </p:cNvSpPr>
              <p:nvPr/>
            </p:nvSpPr>
            <p:spPr bwMode="auto">
              <a:xfrm>
                <a:off x="3792" y="307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47" name="Oval 217"/>
              <p:cNvSpPr>
                <a:spLocks noChangeArrowheads="1"/>
              </p:cNvSpPr>
              <p:nvPr/>
            </p:nvSpPr>
            <p:spPr bwMode="auto">
              <a:xfrm>
                <a:off x="3456" y="331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48" name="Oval 218"/>
              <p:cNvSpPr>
                <a:spLocks noChangeArrowheads="1"/>
              </p:cNvSpPr>
              <p:nvPr/>
            </p:nvSpPr>
            <p:spPr bwMode="auto">
              <a:xfrm>
                <a:off x="3648" y="3120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49" name="Oval 219"/>
              <p:cNvSpPr>
                <a:spLocks noChangeArrowheads="1"/>
              </p:cNvSpPr>
              <p:nvPr/>
            </p:nvSpPr>
            <p:spPr bwMode="auto">
              <a:xfrm>
                <a:off x="3648" y="302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50" name="Oval 220"/>
              <p:cNvSpPr>
                <a:spLocks noChangeArrowheads="1"/>
              </p:cNvSpPr>
              <p:nvPr/>
            </p:nvSpPr>
            <p:spPr bwMode="auto">
              <a:xfrm>
                <a:off x="3408" y="3168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51" name="Oval 221"/>
              <p:cNvSpPr>
                <a:spLocks noChangeArrowheads="1"/>
              </p:cNvSpPr>
              <p:nvPr/>
            </p:nvSpPr>
            <p:spPr bwMode="auto">
              <a:xfrm>
                <a:off x="2688" y="326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52" name="Oval 222"/>
              <p:cNvSpPr>
                <a:spLocks noChangeArrowheads="1"/>
              </p:cNvSpPr>
              <p:nvPr/>
            </p:nvSpPr>
            <p:spPr bwMode="auto">
              <a:xfrm>
                <a:off x="2784" y="3360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53" name="Oval 223"/>
              <p:cNvSpPr>
                <a:spLocks noChangeArrowheads="1"/>
              </p:cNvSpPr>
              <p:nvPr/>
            </p:nvSpPr>
            <p:spPr bwMode="auto">
              <a:xfrm>
                <a:off x="2880" y="3456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54" name="Oval 224"/>
              <p:cNvSpPr>
                <a:spLocks noChangeArrowheads="1"/>
              </p:cNvSpPr>
              <p:nvPr/>
            </p:nvSpPr>
            <p:spPr bwMode="auto">
              <a:xfrm>
                <a:off x="3024" y="3216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55" name="Oval 225"/>
              <p:cNvSpPr>
                <a:spLocks noChangeArrowheads="1"/>
              </p:cNvSpPr>
              <p:nvPr/>
            </p:nvSpPr>
            <p:spPr bwMode="auto">
              <a:xfrm>
                <a:off x="2688" y="350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56" name="Oval 226"/>
              <p:cNvSpPr>
                <a:spLocks noChangeArrowheads="1"/>
              </p:cNvSpPr>
              <p:nvPr/>
            </p:nvSpPr>
            <p:spPr bwMode="auto">
              <a:xfrm>
                <a:off x="2880" y="331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57" name="Oval 227"/>
              <p:cNvSpPr>
                <a:spLocks noChangeArrowheads="1"/>
              </p:cNvSpPr>
              <p:nvPr/>
            </p:nvSpPr>
            <p:spPr bwMode="auto">
              <a:xfrm>
                <a:off x="2880" y="3216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58" name="Oval 228"/>
              <p:cNvSpPr>
                <a:spLocks noChangeArrowheads="1"/>
              </p:cNvSpPr>
              <p:nvPr/>
            </p:nvSpPr>
            <p:spPr bwMode="auto">
              <a:xfrm>
                <a:off x="2640" y="3360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59" name="Oval 229"/>
              <p:cNvSpPr>
                <a:spLocks noChangeArrowheads="1"/>
              </p:cNvSpPr>
              <p:nvPr/>
            </p:nvSpPr>
            <p:spPr bwMode="auto">
              <a:xfrm>
                <a:off x="3024" y="331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60" name="Oval 230"/>
              <p:cNvSpPr>
                <a:spLocks noChangeArrowheads="1"/>
              </p:cNvSpPr>
              <p:nvPr/>
            </p:nvSpPr>
            <p:spPr bwMode="auto">
              <a:xfrm>
                <a:off x="3120" y="3408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61" name="Oval 231"/>
              <p:cNvSpPr>
                <a:spLocks noChangeArrowheads="1"/>
              </p:cNvSpPr>
              <p:nvPr/>
            </p:nvSpPr>
            <p:spPr bwMode="auto">
              <a:xfrm>
                <a:off x="3216" y="350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62" name="Oval 232"/>
              <p:cNvSpPr>
                <a:spLocks noChangeArrowheads="1"/>
              </p:cNvSpPr>
              <p:nvPr/>
            </p:nvSpPr>
            <p:spPr bwMode="auto">
              <a:xfrm>
                <a:off x="3360" y="331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63" name="Oval 233"/>
              <p:cNvSpPr>
                <a:spLocks noChangeArrowheads="1"/>
              </p:cNvSpPr>
              <p:nvPr/>
            </p:nvSpPr>
            <p:spPr bwMode="auto">
              <a:xfrm>
                <a:off x="3024" y="355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64" name="Oval 234"/>
              <p:cNvSpPr>
                <a:spLocks noChangeArrowheads="1"/>
              </p:cNvSpPr>
              <p:nvPr/>
            </p:nvSpPr>
            <p:spPr bwMode="auto">
              <a:xfrm>
                <a:off x="3216" y="3360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65" name="Oval 235"/>
              <p:cNvSpPr>
                <a:spLocks noChangeArrowheads="1"/>
              </p:cNvSpPr>
              <p:nvPr/>
            </p:nvSpPr>
            <p:spPr bwMode="auto">
              <a:xfrm>
                <a:off x="3216" y="326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2266" name="Oval 236"/>
              <p:cNvSpPr>
                <a:spLocks noChangeArrowheads="1"/>
              </p:cNvSpPr>
              <p:nvPr/>
            </p:nvSpPr>
            <p:spPr bwMode="auto">
              <a:xfrm>
                <a:off x="2976" y="3408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09600"/>
            <a:ext cx="9144000" cy="1143000"/>
          </a:xfrm>
        </p:spPr>
        <p:txBody>
          <a:bodyPr/>
          <a:lstStyle/>
          <a:p>
            <a:r>
              <a:rPr lang="es-ES_tradnl" altLang="es-ES" smtClean="0"/>
              <a:t>Reducción de la Dimensionalidad</a:t>
            </a:r>
            <a:r>
              <a:rPr lang="es-ES_tradnl" altLang="es-ES" sz="4000" smtClean="0"/>
              <a:t> </a:t>
            </a:r>
            <a:br>
              <a:rPr lang="es-ES_tradnl" altLang="es-ES" sz="4000" smtClean="0"/>
            </a:br>
            <a:r>
              <a:rPr lang="es-ES_tradnl" altLang="es-ES" sz="3600" smtClean="0"/>
              <a:t>Inconveniente de PCA para clasificación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981200"/>
            <a:ext cx="8458200" cy="3679825"/>
          </a:xfrm>
        </p:spPr>
        <p:txBody>
          <a:bodyPr/>
          <a:lstStyle/>
          <a:p>
            <a:r>
              <a:rPr lang="es-ES_tradnl" altLang="es-ES" sz="2800" smtClean="0"/>
              <a:t>PCA proyectaría en la línea azul (o una paralela)</a:t>
            </a:r>
          </a:p>
          <a:p>
            <a:endParaRPr lang="es-ES_tradnl" altLang="es-ES" sz="2800" smtClean="0"/>
          </a:p>
          <a:p>
            <a:endParaRPr lang="es-ES_tradnl" altLang="es-ES" sz="2800" smtClean="0"/>
          </a:p>
          <a:p>
            <a:endParaRPr lang="es-ES_tradnl" altLang="es-ES" sz="2800" smtClean="0"/>
          </a:p>
          <a:p>
            <a:endParaRPr lang="es-ES_tradnl" altLang="es-ES" sz="2800" smtClean="0"/>
          </a:p>
          <a:p>
            <a:endParaRPr lang="es-ES_tradnl" altLang="es-ES" sz="2800" smtClean="0"/>
          </a:p>
          <a:p>
            <a:endParaRPr lang="es-ES_tradnl" altLang="es-ES" sz="2800" smtClean="0"/>
          </a:p>
        </p:txBody>
      </p:sp>
      <p:grpSp>
        <p:nvGrpSpPr>
          <p:cNvPr id="53252" name="Group 237"/>
          <p:cNvGrpSpPr>
            <a:grpSpLocks/>
          </p:cNvGrpSpPr>
          <p:nvPr/>
        </p:nvGrpSpPr>
        <p:grpSpPr bwMode="auto">
          <a:xfrm>
            <a:off x="1752600" y="3124200"/>
            <a:ext cx="5257800" cy="1981200"/>
            <a:chOff x="720" y="2112"/>
            <a:chExt cx="3936" cy="2016"/>
          </a:xfrm>
        </p:grpSpPr>
        <p:grpSp>
          <p:nvGrpSpPr>
            <p:cNvPr id="53261" name="Group 4"/>
            <p:cNvGrpSpPr>
              <a:grpSpLocks/>
            </p:cNvGrpSpPr>
            <p:nvPr/>
          </p:nvGrpSpPr>
          <p:grpSpPr bwMode="auto">
            <a:xfrm>
              <a:off x="3456" y="2304"/>
              <a:ext cx="1200" cy="624"/>
              <a:chOff x="2544" y="2880"/>
              <a:chExt cx="1200" cy="624"/>
            </a:xfrm>
          </p:grpSpPr>
          <p:sp>
            <p:nvSpPr>
              <p:cNvPr id="53427" name="Oval 5"/>
              <p:cNvSpPr>
                <a:spLocks noChangeArrowheads="1"/>
              </p:cNvSpPr>
              <p:nvPr/>
            </p:nvSpPr>
            <p:spPr bwMode="auto">
              <a:xfrm>
                <a:off x="3024" y="292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28" name="Oval 6"/>
              <p:cNvSpPr>
                <a:spLocks noChangeArrowheads="1"/>
              </p:cNvSpPr>
              <p:nvPr/>
            </p:nvSpPr>
            <p:spPr bwMode="auto">
              <a:xfrm>
                <a:off x="3120" y="302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29" name="Oval 7"/>
              <p:cNvSpPr>
                <a:spLocks noChangeArrowheads="1"/>
              </p:cNvSpPr>
              <p:nvPr/>
            </p:nvSpPr>
            <p:spPr bwMode="auto">
              <a:xfrm>
                <a:off x="3216" y="3120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30" name="Oval 8"/>
              <p:cNvSpPr>
                <a:spLocks noChangeArrowheads="1"/>
              </p:cNvSpPr>
              <p:nvPr/>
            </p:nvSpPr>
            <p:spPr bwMode="auto">
              <a:xfrm>
                <a:off x="3360" y="2880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31" name="Oval 9"/>
              <p:cNvSpPr>
                <a:spLocks noChangeArrowheads="1"/>
              </p:cNvSpPr>
              <p:nvPr/>
            </p:nvSpPr>
            <p:spPr bwMode="auto">
              <a:xfrm>
                <a:off x="3024" y="316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32" name="Oval 10"/>
              <p:cNvSpPr>
                <a:spLocks noChangeArrowheads="1"/>
              </p:cNvSpPr>
              <p:nvPr/>
            </p:nvSpPr>
            <p:spPr bwMode="auto">
              <a:xfrm>
                <a:off x="3216" y="297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33" name="Oval 11"/>
              <p:cNvSpPr>
                <a:spLocks noChangeArrowheads="1"/>
              </p:cNvSpPr>
              <p:nvPr/>
            </p:nvSpPr>
            <p:spPr bwMode="auto">
              <a:xfrm>
                <a:off x="3216" y="2880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34" name="Oval 12"/>
              <p:cNvSpPr>
                <a:spLocks noChangeArrowheads="1"/>
              </p:cNvSpPr>
              <p:nvPr/>
            </p:nvSpPr>
            <p:spPr bwMode="auto">
              <a:xfrm>
                <a:off x="2976" y="302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35" name="Oval 13"/>
              <p:cNvSpPr>
                <a:spLocks noChangeArrowheads="1"/>
              </p:cNvSpPr>
              <p:nvPr/>
            </p:nvSpPr>
            <p:spPr bwMode="auto">
              <a:xfrm>
                <a:off x="3360" y="297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36" name="Oval 14"/>
              <p:cNvSpPr>
                <a:spLocks noChangeArrowheads="1"/>
              </p:cNvSpPr>
              <p:nvPr/>
            </p:nvSpPr>
            <p:spPr bwMode="auto">
              <a:xfrm>
                <a:off x="3456" y="3072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37" name="Oval 15"/>
              <p:cNvSpPr>
                <a:spLocks noChangeArrowheads="1"/>
              </p:cNvSpPr>
              <p:nvPr/>
            </p:nvSpPr>
            <p:spPr bwMode="auto">
              <a:xfrm>
                <a:off x="3552" y="316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38" name="Oval 16"/>
              <p:cNvSpPr>
                <a:spLocks noChangeArrowheads="1"/>
              </p:cNvSpPr>
              <p:nvPr/>
            </p:nvSpPr>
            <p:spPr bwMode="auto">
              <a:xfrm>
                <a:off x="3696" y="297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39" name="Oval 17"/>
              <p:cNvSpPr>
                <a:spLocks noChangeArrowheads="1"/>
              </p:cNvSpPr>
              <p:nvPr/>
            </p:nvSpPr>
            <p:spPr bwMode="auto">
              <a:xfrm>
                <a:off x="3360" y="321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40" name="Oval 18"/>
              <p:cNvSpPr>
                <a:spLocks noChangeArrowheads="1"/>
              </p:cNvSpPr>
              <p:nvPr/>
            </p:nvSpPr>
            <p:spPr bwMode="auto">
              <a:xfrm>
                <a:off x="3552" y="302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41" name="Oval 19"/>
              <p:cNvSpPr>
                <a:spLocks noChangeArrowheads="1"/>
              </p:cNvSpPr>
              <p:nvPr/>
            </p:nvSpPr>
            <p:spPr bwMode="auto">
              <a:xfrm>
                <a:off x="3552" y="292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42" name="Oval 20"/>
              <p:cNvSpPr>
                <a:spLocks noChangeArrowheads="1"/>
              </p:cNvSpPr>
              <p:nvPr/>
            </p:nvSpPr>
            <p:spPr bwMode="auto">
              <a:xfrm>
                <a:off x="3312" y="3072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43" name="Oval 21"/>
              <p:cNvSpPr>
                <a:spLocks noChangeArrowheads="1"/>
              </p:cNvSpPr>
              <p:nvPr/>
            </p:nvSpPr>
            <p:spPr bwMode="auto">
              <a:xfrm>
                <a:off x="2592" y="316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44" name="Oval 22"/>
              <p:cNvSpPr>
                <a:spLocks noChangeArrowheads="1"/>
              </p:cNvSpPr>
              <p:nvPr/>
            </p:nvSpPr>
            <p:spPr bwMode="auto">
              <a:xfrm>
                <a:off x="2688" y="326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45" name="Oval 23"/>
              <p:cNvSpPr>
                <a:spLocks noChangeArrowheads="1"/>
              </p:cNvSpPr>
              <p:nvPr/>
            </p:nvSpPr>
            <p:spPr bwMode="auto">
              <a:xfrm>
                <a:off x="2784" y="3360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46" name="Oval 24"/>
              <p:cNvSpPr>
                <a:spLocks noChangeArrowheads="1"/>
              </p:cNvSpPr>
              <p:nvPr/>
            </p:nvSpPr>
            <p:spPr bwMode="auto">
              <a:xfrm>
                <a:off x="2928" y="3120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47" name="Oval 25"/>
              <p:cNvSpPr>
                <a:spLocks noChangeArrowheads="1"/>
              </p:cNvSpPr>
              <p:nvPr/>
            </p:nvSpPr>
            <p:spPr bwMode="auto">
              <a:xfrm>
                <a:off x="2592" y="340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48" name="Oval 26"/>
              <p:cNvSpPr>
                <a:spLocks noChangeArrowheads="1"/>
              </p:cNvSpPr>
              <p:nvPr/>
            </p:nvSpPr>
            <p:spPr bwMode="auto">
              <a:xfrm>
                <a:off x="2784" y="321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49" name="Oval 27"/>
              <p:cNvSpPr>
                <a:spLocks noChangeArrowheads="1"/>
              </p:cNvSpPr>
              <p:nvPr/>
            </p:nvSpPr>
            <p:spPr bwMode="auto">
              <a:xfrm>
                <a:off x="2784" y="3120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50" name="Oval 28"/>
              <p:cNvSpPr>
                <a:spLocks noChangeArrowheads="1"/>
              </p:cNvSpPr>
              <p:nvPr/>
            </p:nvSpPr>
            <p:spPr bwMode="auto">
              <a:xfrm>
                <a:off x="2544" y="326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51" name="Oval 29"/>
              <p:cNvSpPr>
                <a:spLocks noChangeArrowheads="1"/>
              </p:cNvSpPr>
              <p:nvPr/>
            </p:nvSpPr>
            <p:spPr bwMode="auto">
              <a:xfrm>
                <a:off x="2928" y="321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52" name="Oval 30"/>
              <p:cNvSpPr>
                <a:spLocks noChangeArrowheads="1"/>
              </p:cNvSpPr>
              <p:nvPr/>
            </p:nvSpPr>
            <p:spPr bwMode="auto">
              <a:xfrm>
                <a:off x="3024" y="3312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53" name="Oval 31"/>
              <p:cNvSpPr>
                <a:spLocks noChangeArrowheads="1"/>
              </p:cNvSpPr>
              <p:nvPr/>
            </p:nvSpPr>
            <p:spPr bwMode="auto">
              <a:xfrm>
                <a:off x="3120" y="340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54" name="Oval 32"/>
              <p:cNvSpPr>
                <a:spLocks noChangeArrowheads="1"/>
              </p:cNvSpPr>
              <p:nvPr/>
            </p:nvSpPr>
            <p:spPr bwMode="auto">
              <a:xfrm>
                <a:off x="3264" y="321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55" name="Oval 33"/>
              <p:cNvSpPr>
                <a:spLocks noChangeArrowheads="1"/>
              </p:cNvSpPr>
              <p:nvPr/>
            </p:nvSpPr>
            <p:spPr bwMode="auto">
              <a:xfrm>
                <a:off x="2928" y="345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56" name="Oval 34"/>
              <p:cNvSpPr>
                <a:spLocks noChangeArrowheads="1"/>
              </p:cNvSpPr>
              <p:nvPr/>
            </p:nvSpPr>
            <p:spPr bwMode="auto">
              <a:xfrm>
                <a:off x="3120" y="326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57" name="Oval 35"/>
              <p:cNvSpPr>
                <a:spLocks noChangeArrowheads="1"/>
              </p:cNvSpPr>
              <p:nvPr/>
            </p:nvSpPr>
            <p:spPr bwMode="auto">
              <a:xfrm>
                <a:off x="3120" y="316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58" name="Oval 36"/>
              <p:cNvSpPr>
                <a:spLocks noChangeArrowheads="1"/>
              </p:cNvSpPr>
              <p:nvPr/>
            </p:nvSpPr>
            <p:spPr bwMode="auto">
              <a:xfrm>
                <a:off x="2880" y="3312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</p:grpSp>
        <p:grpSp>
          <p:nvGrpSpPr>
            <p:cNvPr id="53262" name="Group 37"/>
            <p:cNvGrpSpPr>
              <a:grpSpLocks/>
            </p:cNvGrpSpPr>
            <p:nvPr/>
          </p:nvGrpSpPr>
          <p:grpSpPr bwMode="auto">
            <a:xfrm>
              <a:off x="2448" y="2112"/>
              <a:ext cx="1200" cy="624"/>
              <a:chOff x="2640" y="2976"/>
              <a:chExt cx="1200" cy="624"/>
            </a:xfrm>
          </p:grpSpPr>
          <p:sp>
            <p:nvSpPr>
              <p:cNvPr id="53395" name="Oval 38"/>
              <p:cNvSpPr>
                <a:spLocks noChangeArrowheads="1"/>
              </p:cNvSpPr>
              <p:nvPr/>
            </p:nvSpPr>
            <p:spPr bwMode="auto">
              <a:xfrm>
                <a:off x="3120" y="302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96" name="Oval 39"/>
              <p:cNvSpPr>
                <a:spLocks noChangeArrowheads="1"/>
              </p:cNvSpPr>
              <p:nvPr/>
            </p:nvSpPr>
            <p:spPr bwMode="auto">
              <a:xfrm>
                <a:off x="3216" y="3120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97" name="Oval 40"/>
              <p:cNvSpPr>
                <a:spLocks noChangeArrowheads="1"/>
              </p:cNvSpPr>
              <p:nvPr/>
            </p:nvSpPr>
            <p:spPr bwMode="auto">
              <a:xfrm>
                <a:off x="3312" y="3216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98" name="Oval 41"/>
              <p:cNvSpPr>
                <a:spLocks noChangeArrowheads="1"/>
              </p:cNvSpPr>
              <p:nvPr/>
            </p:nvSpPr>
            <p:spPr bwMode="auto">
              <a:xfrm>
                <a:off x="3456" y="2976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99" name="Oval 42"/>
              <p:cNvSpPr>
                <a:spLocks noChangeArrowheads="1"/>
              </p:cNvSpPr>
              <p:nvPr/>
            </p:nvSpPr>
            <p:spPr bwMode="auto">
              <a:xfrm>
                <a:off x="3120" y="326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00" name="Oval 43"/>
              <p:cNvSpPr>
                <a:spLocks noChangeArrowheads="1"/>
              </p:cNvSpPr>
              <p:nvPr/>
            </p:nvSpPr>
            <p:spPr bwMode="auto">
              <a:xfrm>
                <a:off x="3312" y="307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01" name="Oval 44"/>
              <p:cNvSpPr>
                <a:spLocks noChangeArrowheads="1"/>
              </p:cNvSpPr>
              <p:nvPr/>
            </p:nvSpPr>
            <p:spPr bwMode="auto">
              <a:xfrm>
                <a:off x="3312" y="2976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02" name="Oval 45"/>
              <p:cNvSpPr>
                <a:spLocks noChangeArrowheads="1"/>
              </p:cNvSpPr>
              <p:nvPr/>
            </p:nvSpPr>
            <p:spPr bwMode="auto">
              <a:xfrm>
                <a:off x="3072" y="3120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03" name="Oval 46"/>
              <p:cNvSpPr>
                <a:spLocks noChangeArrowheads="1"/>
              </p:cNvSpPr>
              <p:nvPr/>
            </p:nvSpPr>
            <p:spPr bwMode="auto">
              <a:xfrm>
                <a:off x="3456" y="307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04" name="Oval 47"/>
              <p:cNvSpPr>
                <a:spLocks noChangeArrowheads="1"/>
              </p:cNvSpPr>
              <p:nvPr/>
            </p:nvSpPr>
            <p:spPr bwMode="auto">
              <a:xfrm>
                <a:off x="3552" y="3168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05" name="Oval 48"/>
              <p:cNvSpPr>
                <a:spLocks noChangeArrowheads="1"/>
              </p:cNvSpPr>
              <p:nvPr/>
            </p:nvSpPr>
            <p:spPr bwMode="auto">
              <a:xfrm>
                <a:off x="3648" y="326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06" name="Oval 49"/>
              <p:cNvSpPr>
                <a:spLocks noChangeArrowheads="1"/>
              </p:cNvSpPr>
              <p:nvPr/>
            </p:nvSpPr>
            <p:spPr bwMode="auto">
              <a:xfrm>
                <a:off x="3792" y="307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07" name="Oval 50"/>
              <p:cNvSpPr>
                <a:spLocks noChangeArrowheads="1"/>
              </p:cNvSpPr>
              <p:nvPr/>
            </p:nvSpPr>
            <p:spPr bwMode="auto">
              <a:xfrm>
                <a:off x="3456" y="331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08" name="Oval 51"/>
              <p:cNvSpPr>
                <a:spLocks noChangeArrowheads="1"/>
              </p:cNvSpPr>
              <p:nvPr/>
            </p:nvSpPr>
            <p:spPr bwMode="auto">
              <a:xfrm>
                <a:off x="3648" y="3120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09" name="Oval 52"/>
              <p:cNvSpPr>
                <a:spLocks noChangeArrowheads="1"/>
              </p:cNvSpPr>
              <p:nvPr/>
            </p:nvSpPr>
            <p:spPr bwMode="auto">
              <a:xfrm>
                <a:off x="3648" y="302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10" name="Oval 53"/>
              <p:cNvSpPr>
                <a:spLocks noChangeArrowheads="1"/>
              </p:cNvSpPr>
              <p:nvPr/>
            </p:nvSpPr>
            <p:spPr bwMode="auto">
              <a:xfrm>
                <a:off x="3408" y="3168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11" name="Oval 54"/>
              <p:cNvSpPr>
                <a:spLocks noChangeArrowheads="1"/>
              </p:cNvSpPr>
              <p:nvPr/>
            </p:nvSpPr>
            <p:spPr bwMode="auto">
              <a:xfrm>
                <a:off x="2688" y="326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12" name="Oval 55"/>
              <p:cNvSpPr>
                <a:spLocks noChangeArrowheads="1"/>
              </p:cNvSpPr>
              <p:nvPr/>
            </p:nvSpPr>
            <p:spPr bwMode="auto">
              <a:xfrm>
                <a:off x="2784" y="3360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13" name="Oval 56"/>
              <p:cNvSpPr>
                <a:spLocks noChangeArrowheads="1"/>
              </p:cNvSpPr>
              <p:nvPr/>
            </p:nvSpPr>
            <p:spPr bwMode="auto">
              <a:xfrm>
                <a:off x="2880" y="3456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14" name="Oval 57"/>
              <p:cNvSpPr>
                <a:spLocks noChangeArrowheads="1"/>
              </p:cNvSpPr>
              <p:nvPr/>
            </p:nvSpPr>
            <p:spPr bwMode="auto">
              <a:xfrm>
                <a:off x="3024" y="3216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15" name="Oval 58"/>
              <p:cNvSpPr>
                <a:spLocks noChangeArrowheads="1"/>
              </p:cNvSpPr>
              <p:nvPr/>
            </p:nvSpPr>
            <p:spPr bwMode="auto">
              <a:xfrm>
                <a:off x="2688" y="350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16" name="Oval 59"/>
              <p:cNvSpPr>
                <a:spLocks noChangeArrowheads="1"/>
              </p:cNvSpPr>
              <p:nvPr/>
            </p:nvSpPr>
            <p:spPr bwMode="auto">
              <a:xfrm>
                <a:off x="2880" y="331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17" name="Oval 60"/>
              <p:cNvSpPr>
                <a:spLocks noChangeArrowheads="1"/>
              </p:cNvSpPr>
              <p:nvPr/>
            </p:nvSpPr>
            <p:spPr bwMode="auto">
              <a:xfrm>
                <a:off x="2880" y="3216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18" name="Oval 61"/>
              <p:cNvSpPr>
                <a:spLocks noChangeArrowheads="1"/>
              </p:cNvSpPr>
              <p:nvPr/>
            </p:nvSpPr>
            <p:spPr bwMode="auto">
              <a:xfrm>
                <a:off x="2640" y="3360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19" name="Oval 62"/>
              <p:cNvSpPr>
                <a:spLocks noChangeArrowheads="1"/>
              </p:cNvSpPr>
              <p:nvPr/>
            </p:nvSpPr>
            <p:spPr bwMode="auto">
              <a:xfrm>
                <a:off x="3024" y="331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20" name="Oval 63"/>
              <p:cNvSpPr>
                <a:spLocks noChangeArrowheads="1"/>
              </p:cNvSpPr>
              <p:nvPr/>
            </p:nvSpPr>
            <p:spPr bwMode="auto">
              <a:xfrm>
                <a:off x="3120" y="3408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21" name="Oval 64"/>
              <p:cNvSpPr>
                <a:spLocks noChangeArrowheads="1"/>
              </p:cNvSpPr>
              <p:nvPr/>
            </p:nvSpPr>
            <p:spPr bwMode="auto">
              <a:xfrm>
                <a:off x="3216" y="350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22" name="Oval 65"/>
              <p:cNvSpPr>
                <a:spLocks noChangeArrowheads="1"/>
              </p:cNvSpPr>
              <p:nvPr/>
            </p:nvSpPr>
            <p:spPr bwMode="auto">
              <a:xfrm>
                <a:off x="3360" y="331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23" name="Oval 66"/>
              <p:cNvSpPr>
                <a:spLocks noChangeArrowheads="1"/>
              </p:cNvSpPr>
              <p:nvPr/>
            </p:nvSpPr>
            <p:spPr bwMode="auto">
              <a:xfrm>
                <a:off x="3024" y="355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24" name="Oval 67"/>
              <p:cNvSpPr>
                <a:spLocks noChangeArrowheads="1"/>
              </p:cNvSpPr>
              <p:nvPr/>
            </p:nvSpPr>
            <p:spPr bwMode="auto">
              <a:xfrm>
                <a:off x="3216" y="3360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25" name="Oval 68"/>
              <p:cNvSpPr>
                <a:spLocks noChangeArrowheads="1"/>
              </p:cNvSpPr>
              <p:nvPr/>
            </p:nvSpPr>
            <p:spPr bwMode="auto">
              <a:xfrm>
                <a:off x="3216" y="326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426" name="Oval 69"/>
              <p:cNvSpPr>
                <a:spLocks noChangeArrowheads="1"/>
              </p:cNvSpPr>
              <p:nvPr/>
            </p:nvSpPr>
            <p:spPr bwMode="auto">
              <a:xfrm>
                <a:off x="2976" y="3408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</p:grpSp>
        <p:grpSp>
          <p:nvGrpSpPr>
            <p:cNvPr id="53263" name="Group 72"/>
            <p:cNvGrpSpPr>
              <a:grpSpLocks/>
            </p:cNvGrpSpPr>
            <p:nvPr/>
          </p:nvGrpSpPr>
          <p:grpSpPr bwMode="auto">
            <a:xfrm>
              <a:off x="1584" y="2640"/>
              <a:ext cx="1200" cy="624"/>
              <a:chOff x="2640" y="2976"/>
              <a:chExt cx="1200" cy="624"/>
            </a:xfrm>
          </p:grpSpPr>
          <p:sp>
            <p:nvSpPr>
              <p:cNvPr id="53363" name="Oval 73"/>
              <p:cNvSpPr>
                <a:spLocks noChangeArrowheads="1"/>
              </p:cNvSpPr>
              <p:nvPr/>
            </p:nvSpPr>
            <p:spPr bwMode="auto">
              <a:xfrm>
                <a:off x="3120" y="302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64" name="Oval 74"/>
              <p:cNvSpPr>
                <a:spLocks noChangeArrowheads="1"/>
              </p:cNvSpPr>
              <p:nvPr/>
            </p:nvSpPr>
            <p:spPr bwMode="auto">
              <a:xfrm>
                <a:off x="3216" y="3120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65" name="Oval 75"/>
              <p:cNvSpPr>
                <a:spLocks noChangeArrowheads="1"/>
              </p:cNvSpPr>
              <p:nvPr/>
            </p:nvSpPr>
            <p:spPr bwMode="auto">
              <a:xfrm>
                <a:off x="3312" y="3216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66" name="Oval 76"/>
              <p:cNvSpPr>
                <a:spLocks noChangeArrowheads="1"/>
              </p:cNvSpPr>
              <p:nvPr/>
            </p:nvSpPr>
            <p:spPr bwMode="auto">
              <a:xfrm>
                <a:off x="3456" y="2976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67" name="Oval 77"/>
              <p:cNvSpPr>
                <a:spLocks noChangeArrowheads="1"/>
              </p:cNvSpPr>
              <p:nvPr/>
            </p:nvSpPr>
            <p:spPr bwMode="auto">
              <a:xfrm>
                <a:off x="3120" y="326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68" name="Oval 78"/>
              <p:cNvSpPr>
                <a:spLocks noChangeArrowheads="1"/>
              </p:cNvSpPr>
              <p:nvPr/>
            </p:nvSpPr>
            <p:spPr bwMode="auto">
              <a:xfrm>
                <a:off x="3312" y="307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69" name="Oval 79"/>
              <p:cNvSpPr>
                <a:spLocks noChangeArrowheads="1"/>
              </p:cNvSpPr>
              <p:nvPr/>
            </p:nvSpPr>
            <p:spPr bwMode="auto">
              <a:xfrm>
                <a:off x="3312" y="2976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70" name="Oval 80"/>
              <p:cNvSpPr>
                <a:spLocks noChangeArrowheads="1"/>
              </p:cNvSpPr>
              <p:nvPr/>
            </p:nvSpPr>
            <p:spPr bwMode="auto">
              <a:xfrm>
                <a:off x="3072" y="3120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71" name="Oval 81"/>
              <p:cNvSpPr>
                <a:spLocks noChangeArrowheads="1"/>
              </p:cNvSpPr>
              <p:nvPr/>
            </p:nvSpPr>
            <p:spPr bwMode="auto">
              <a:xfrm>
                <a:off x="3456" y="307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72" name="Oval 82"/>
              <p:cNvSpPr>
                <a:spLocks noChangeArrowheads="1"/>
              </p:cNvSpPr>
              <p:nvPr/>
            </p:nvSpPr>
            <p:spPr bwMode="auto">
              <a:xfrm>
                <a:off x="3552" y="3168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73" name="Oval 83"/>
              <p:cNvSpPr>
                <a:spLocks noChangeArrowheads="1"/>
              </p:cNvSpPr>
              <p:nvPr/>
            </p:nvSpPr>
            <p:spPr bwMode="auto">
              <a:xfrm>
                <a:off x="3648" y="326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74" name="Oval 84"/>
              <p:cNvSpPr>
                <a:spLocks noChangeArrowheads="1"/>
              </p:cNvSpPr>
              <p:nvPr/>
            </p:nvSpPr>
            <p:spPr bwMode="auto">
              <a:xfrm>
                <a:off x="3792" y="307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75" name="Oval 85"/>
              <p:cNvSpPr>
                <a:spLocks noChangeArrowheads="1"/>
              </p:cNvSpPr>
              <p:nvPr/>
            </p:nvSpPr>
            <p:spPr bwMode="auto">
              <a:xfrm>
                <a:off x="3456" y="331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76" name="Oval 86"/>
              <p:cNvSpPr>
                <a:spLocks noChangeArrowheads="1"/>
              </p:cNvSpPr>
              <p:nvPr/>
            </p:nvSpPr>
            <p:spPr bwMode="auto">
              <a:xfrm>
                <a:off x="3648" y="3120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77" name="Oval 87"/>
              <p:cNvSpPr>
                <a:spLocks noChangeArrowheads="1"/>
              </p:cNvSpPr>
              <p:nvPr/>
            </p:nvSpPr>
            <p:spPr bwMode="auto">
              <a:xfrm>
                <a:off x="3648" y="302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78" name="Oval 88"/>
              <p:cNvSpPr>
                <a:spLocks noChangeArrowheads="1"/>
              </p:cNvSpPr>
              <p:nvPr/>
            </p:nvSpPr>
            <p:spPr bwMode="auto">
              <a:xfrm>
                <a:off x="3408" y="3168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79" name="Oval 89"/>
              <p:cNvSpPr>
                <a:spLocks noChangeArrowheads="1"/>
              </p:cNvSpPr>
              <p:nvPr/>
            </p:nvSpPr>
            <p:spPr bwMode="auto">
              <a:xfrm>
                <a:off x="2688" y="326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80" name="Oval 90"/>
              <p:cNvSpPr>
                <a:spLocks noChangeArrowheads="1"/>
              </p:cNvSpPr>
              <p:nvPr/>
            </p:nvSpPr>
            <p:spPr bwMode="auto">
              <a:xfrm>
                <a:off x="2784" y="3360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81" name="Oval 91"/>
              <p:cNvSpPr>
                <a:spLocks noChangeArrowheads="1"/>
              </p:cNvSpPr>
              <p:nvPr/>
            </p:nvSpPr>
            <p:spPr bwMode="auto">
              <a:xfrm>
                <a:off x="2880" y="3456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82" name="Oval 92"/>
              <p:cNvSpPr>
                <a:spLocks noChangeArrowheads="1"/>
              </p:cNvSpPr>
              <p:nvPr/>
            </p:nvSpPr>
            <p:spPr bwMode="auto">
              <a:xfrm>
                <a:off x="3024" y="3216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83" name="Oval 93"/>
              <p:cNvSpPr>
                <a:spLocks noChangeArrowheads="1"/>
              </p:cNvSpPr>
              <p:nvPr/>
            </p:nvSpPr>
            <p:spPr bwMode="auto">
              <a:xfrm>
                <a:off x="2688" y="350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84" name="Oval 94"/>
              <p:cNvSpPr>
                <a:spLocks noChangeArrowheads="1"/>
              </p:cNvSpPr>
              <p:nvPr/>
            </p:nvSpPr>
            <p:spPr bwMode="auto">
              <a:xfrm>
                <a:off x="2880" y="331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85" name="Oval 95"/>
              <p:cNvSpPr>
                <a:spLocks noChangeArrowheads="1"/>
              </p:cNvSpPr>
              <p:nvPr/>
            </p:nvSpPr>
            <p:spPr bwMode="auto">
              <a:xfrm>
                <a:off x="2880" y="3216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86" name="Oval 96"/>
              <p:cNvSpPr>
                <a:spLocks noChangeArrowheads="1"/>
              </p:cNvSpPr>
              <p:nvPr/>
            </p:nvSpPr>
            <p:spPr bwMode="auto">
              <a:xfrm>
                <a:off x="2640" y="3360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87" name="Oval 97"/>
              <p:cNvSpPr>
                <a:spLocks noChangeArrowheads="1"/>
              </p:cNvSpPr>
              <p:nvPr/>
            </p:nvSpPr>
            <p:spPr bwMode="auto">
              <a:xfrm>
                <a:off x="3024" y="331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88" name="Oval 98"/>
              <p:cNvSpPr>
                <a:spLocks noChangeArrowheads="1"/>
              </p:cNvSpPr>
              <p:nvPr/>
            </p:nvSpPr>
            <p:spPr bwMode="auto">
              <a:xfrm>
                <a:off x="3120" y="3408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89" name="Oval 99"/>
              <p:cNvSpPr>
                <a:spLocks noChangeArrowheads="1"/>
              </p:cNvSpPr>
              <p:nvPr/>
            </p:nvSpPr>
            <p:spPr bwMode="auto">
              <a:xfrm>
                <a:off x="3216" y="350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90" name="Oval 100"/>
              <p:cNvSpPr>
                <a:spLocks noChangeArrowheads="1"/>
              </p:cNvSpPr>
              <p:nvPr/>
            </p:nvSpPr>
            <p:spPr bwMode="auto">
              <a:xfrm>
                <a:off x="3360" y="331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91" name="Oval 101"/>
              <p:cNvSpPr>
                <a:spLocks noChangeArrowheads="1"/>
              </p:cNvSpPr>
              <p:nvPr/>
            </p:nvSpPr>
            <p:spPr bwMode="auto">
              <a:xfrm>
                <a:off x="3024" y="355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92" name="Oval 102"/>
              <p:cNvSpPr>
                <a:spLocks noChangeArrowheads="1"/>
              </p:cNvSpPr>
              <p:nvPr/>
            </p:nvSpPr>
            <p:spPr bwMode="auto">
              <a:xfrm>
                <a:off x="3216" y="3360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93" name="Oval 103"/>
              <p:cNvSpPr>
                <a:spLocks noChangeArrowheads="1"/>
              </p:cNvSpPr>
              <p:nvPr/>
            </p:nvSpPr>
            <p:spPr bwMode="auto">
              <a:xfrm>
                <a:off x="3216" y="326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94" name="Oval 104"/>
              <p:cNvSpPr>
                <a:spLocks noChangeArrowheads="1"/>
              </p:cNvSpPr>
              <p:nvPr/>
            </p:nvSpPr>
            <p:spPr bwMode="auto">
              <a:xfrm>
                <a:off x="2976" y="3408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</p:grpSp>
        <p:grpSp>
          <p:nvGrpSpPr>
            <p:cNvPr id="53264" name="Group 105"/>
            <p:cNvGrpSpPr>
              <a:grpSpLocks/>
            </p:cNvGrpSpPr>
            <p:nvPr/>
          </p:nvGrpSpPr>
          <p:grpSpPr bwMode="auto">
            <a:xfrm>
              <a:off x="2784" y="2880"/>
              <a:ext cx="1200" cy="624"/>
              <a:chOff x="2544" y="2880"/>
              <a:chExt cx="1200" cy="624"/>
            </a:xfrm>
          </p:grpSpPr>
          <p:sp>
            <p:nvSpPr>
              <p:cNvPr id="53331" name="Oval 106"/>
              <p:cNvSpPr>
                <a:spLocks noChangeArrowheads="1"/>
              </p:cNvSpPr>
              <p:nvPr/>
            </p:nvSpPr>
            <p:spPr bwMode="auto">
              <a:xfrm>
                <a:off x="3024" y="292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32" name="Oval 107"/>
              <p:cNvSpPr>
                <a:spLocks noChangeArrowheads="1"/>
              </p:cNvSpPr>
              <p:nvPr/>
            </p:nvSpPr>
            <p:spPr bwMode="auto">
              <a:xfrm>
                <a:off x="3120" y="302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33" name="Oval 108"/>
              <p:cNvSpPr>
                <a:spLocks noChangeArrowheads="1"/>
              </p:cNvSpPr>
              <p:nvPr/>
            </p:nvSpPr>
            <p:spPr bwMode="auto">
              <a:xfrm>
                <a:off x="3216" y="3120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34" name="Oval 109"/>
              <p:cNvSpPr>
                <a:spLocks noChangeArrowheads="1"/>
              </p:cNvSpPr>
              <p:nvPr/>
            </p:nvSpPr>
            <p:spPr bwMode="auto">
              <a:xfrm>
                <a:off x="3360" y="2880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35" name="Oval 110"/>
              <p:cNvSpPr>
                <a:spLocks noChangeArrowheads="1"/>
              </p:cNvSpPr>
              <p:nvPr/>
            </p:nvSpPr>
            <p:spPr bwMode="auto">
              <a:xfrm>
                <a:off x="3024" y="316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36" name="Oval 111"/>
              <p:cNvSpPr>
                <a:spLocks noChangeArrowheads="1"/>
              </p:cNvSpPr>
              <p:nvPr/>
            </p:nvSpPr>
            <p:spPr bwMode="auto">
              <a:xfrm>
                <a:off x="3216" y="297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37" name="Oval 112"/>
              <p:cNvSpPr>
                <a:spLocks noChangeArrowheads="1"/>
              </p:cNvSpPr>
              <p:nvPr/>
            </p:nvSpPr>
            <p:spPr bwMode="auto">
              <a:xfrm>
                <a:off x="3216" y="2880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38" name="Oval 113"/>
              <p:cNvSpPr>
                <a:spLocks noChangeArrowheads="1"/>
              </p:cNvSpPr>
              <p:nvPr/>
            </p:nvSpPr>
            <p:spPr bwMode="auto">
              <a:xfrm>
                <a:off x="2976" y="302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39" name="Oval 114"/>
              <p:cNvSpPr>
                <a:spLocks noChangeArrowheads="1"/>
              </p:cNvSpPr>
              <p:nvPr/>
            </p:nvSpPr>
            <p:spPr bwMode="auto">
              <a:xfrm>
                <a:off x="3360" y="297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40" name="Oval 115"/>
              <p:cNvSpPr>
                <a:spLocks noChangeArrowheads="1"/>
              </p:cNvSpPr>
              <p:nvPr/>
            </p:nvSpPr>
            <p:spPr bwMode="auto">
              <a:xfrm>
                <a:off x="3456" y="3072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41" name="Oval 116"/>
              <p:cNvSpPr>
                <a:spLocks noChangeArrowheads="1"/>
              </p:cNvSpPr>
              <p:nvPr/>
            </p:nvSpPr>
            <p:spPr bwMode="auto">
              <a:xfrm>
                <a:off x="3552" y="316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42" name="Oval 117"/>
              <p:cNvSpPr>
                <a:spLocks noChangeArrowheads="1"/>
              </p:cNvSpPr>
              <p:nvPr/>
            </p:nvSpPr>
            <p:spPr bwMode="auto">
              <a:xfrm>
                <a:off x="3696" y="297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43" name="Oval 118"/>
              <p:cNvSpPr>
                <a:spLocks noChangeArrowheads="1"/>
              </p:cNvSpPr>
              <p:nvPr/>
            </p:nvSpPr>
            <p:spPr bwMode="auto">
              <a:xfrm>
                <a:off x="3360" y="321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44" name="Oval 119"/>
              <p:cNvSpPr>
                <a:spLocks noChangeArrowheads="1"/>
              </p:cNvSpPr>
              <p:nvPr/>
            </p:nvSpPr>
            <p:spPr bwMode="auto">
              <a:xfrm>
                <a:off x="3552" y="302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45" name="Oval 120"/>
              <p:cNvSpPr>
                <a:spLocks noChangeArrowheads="1"/>
              </p:cNvSpPr>
              <p:nvPr/>
            </p:nvSpPr>
            <p:spPr bwMode="auto">
              <a:xfrm>
                <a:off x="3552" y="292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46" name="Oval 121"/>
              <p:cNvSpPr>
                <a:spLocks noChangeArrowheads="1"/>
              </p:cNvSpPr>
              <p:nvPr/>
            </p:nvSpPr>
            <p:spPr bwMode="auto">
              <a:xfrm>
                <a:off x="3312" y="3072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47" name="Oval 122"/>
              <p:cNvSpPr>
                <a:spLocks noChangeArrowheads="1"/>
              </p:cNvSpPr>
              <p:nvPr/>
            </p:nvSpPr>
            <p:spPr bwMode="auto">
              <a:xfrm>
                <a:off x="2592" y="316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48" name="Oval 123"/>
              <p:cNvSpPr>
                <a:spLocks noChangeArrowheads="1"/>
              </p:cNvSpPr>
              <p:nvPr/>
            </p:nvSpPr>
            <p:spPr bwMode="auto">
              <a:xfrm>
                <a:off x="2688" y="326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49" name="Oval 124"/>
              <p:cNvSpPr>
                <a:spLocks noChangeArrowheads="1"/>
              </p:cNvSpPr>
              <p:nvPr/>
            </p:nvSpPr>
            <p:spPr bwMode="auto">
              <a:xfrm>
                <a:off x="2784" y="3360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50" name="Oval 125"/>
              <p:cNvSpPr>
                <a:spLocks noChangeArrowheads="1"/>
              </p:cNvSpPr>
              <p:nvPr/>
            </p:nvSpPr>
            <p:spPr bwMode="auto">
              <a:xfrm>
                <a:off x="2928" y="3120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51" name="Oval 126"/>
              <p:cNvSpPr>
                <a:spLocks noChangeArrowheads="1"/>
              </p:cNvSpPr>
              <p:nvPr/>
            </p:nvSpPr>
            <p:spPr bwMode="auto">
              <a:xfrm>
                <a:off x="2592" y="340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52" name="Oval 127"/>
              <p:cNvSpPr>
                <a:spLocks noChangeArrowheads="1"/>
              </p:cNvSpPr>
              <p:nvPr/>
            </p:nvSpPr>
            <p:spPr bwMode="auto">
              <a:xfrm>
                <a:off x="2784" y="321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53" name="Oval 128"/>
              <p:cNvSpPr>
                <a:spLocks noChangeArrowheads="1"/>
              </p:cNvSpPr>
              <p:nvPr/>
            </p:nvSpPr>
            <p:spPr bwMode="auto">
              <a:xfrm>
                <a:off x="2784" y="3120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54" name="Oval 129"/>
              <p:cNvSpPr>
                <a:spLocks noChangeArrowheads="1"/>
              </p:cNvSpPr>
              <p:nvPr/>
            </p:nvSpPr>
            <p:spPr bwMode="auto">
              <a:xfrm>
                <a:off x="2544" y="326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55" name="Oval 130"/>
              <p:cNvSpPr>
                <a:spLocks noChangeArrowheads="1"/>
              </p:cNvSpPr>
              <p:nvPr/>
            </p:nvSpPr>
            <p:spPr bwMode="auto">
              <a:xfrm>
                <a:off x="2928" y="321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56" name="Oval 131"/>
              <p:cNvSpPr>
                <a:spLocks noChangeArrowheads="1"/>
              </p:cNvSpPr>
              <p:nvPr/>
            </p:nvSpPr>
            <p:spPr bwMode="auto">
              <a:xfrm>
                <a:off x="3024" y="3312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57" name="Oval 132"/>
              <p:cNvSpPr>
                <a:spLocks noChangeArrowheads="1"/>
              </p:cNvSpPr>
              <p:nvPr/>
            </p:nvSpPr>
            <p:spPr bwMode="auto">
              <a:xfrm>
                <a:off x="3120" y="340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58" name="Oval 133"/>
              <p:cNvSpPr>
                <a:spLocks noChangeArrowheads="1"/>
              </p:cNvSpPr>
              <p:nvPr/>
            </p:nvSpPr>
            <p:spPr bwMode="auto">
              <a:xfrm>
                <a:off x="3264" y="321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59" name="Oval 134"/>
              <p:cNvSpPr>
                <a:spLocks noChangeArrowheads="1"/>
              </p:cNvSpPr>
              <p:nvPr/>
            </p:nvSpPr>
            <p:spPr bwMode="auto">
              <a:xfrm>
                <a:off x="2928" y="345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60" name="Oval 135"/>
              <p:cNvSpPr>
                <a:spLocks noChangeArrowheads="1"/>
              </p:cNvSpPr>
              <p:nvPr/>
            </p:nvSpPr>
            <p:spPr bwMode="auto">
              <a:xfrm>
                <a:off x="3120" y="326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61" name="Oval 136"/>
              <p:cNvSpPr>
                <a:spLocks noChangeArrowheads="1"/>
              </p:cNvSpPr>
              <p:nvPr/>
            </p:nvSpPr>
            <p:spPr bwMode="auto">
              <a:xfrm>
                <a:off x="3120" y="316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62" name="Oval 137"/>
              <p:cNvSpPr>
                <a:spLocks noChangeArrowheads="1"/>
              </p:cNvSpPr>
              <p:nvPr/>
            </p:nvSpPr>
            <p:spPr bwMode="auto">
              <a:xfrm>
                <a:off x="2880" y="3312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</p:grpSp>
        <p:grpSp>
          <p:nvGrpSpPr>
            <p:cNvPr id="53265" name="Group 138"/>
            <p:cNvGrpSpPr>
              <a:grpSpLocks/>
            </p:cNvGrpSpPr>
            <p:nvPr/>
          </p:nvGrpSpPr>
          <p:grpSpPr bwMode="auto">
            <a:xfrm>
              <a:off x="2016" y="3504"/>
              <a:ext cx="1200" cy="624"/>
              <a:chOff x="2544" y="2880"/>
              <a:chExt cx="1200" cy="624"/>
            </a:xfrm>
          </p:grpSpPr>
          <p:sp>
            <p:nvSpPr>
              <p:cNvPr id="53299" name="Oval 139"/>
              <p:cNvSpPr>
                <a:spLocks noChangeArrowheads="1"/>
              </p:cNvSpPr>
              <p:nvPr/>
            </p:nvSpPr>
            <p:spPr bwMode="auto">
              <a:xfrm>
                <a:off x="3024" y="292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00" name="Oval 140"/>
              <p:cNvSpPr>
                <a:spLocks noChangeArrowheads="1"/>
              </p:cNvSpPr>
              <p:nvPr/>
            </p:nvSpPr>
            <p:spPr bwMode="auto">
              <a:xfrm>
                <a:off x="3120" y="302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01" name="Oval 141"/>
              <p:cNvSpPr>
                <a:spLocks noChangeArrowheads="1"/>
              </p:cNvSpPr>
              <p:nvPr/>
            </p:nvSpPr>
            <p:spPr bwMode="auto">
              <a:xfrm>
                <a:off x="3216" y="3120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02" name="Oval 142"/>
              <p:cNvSpPr>
                <a:spLocks noChangeArrowheads="1"/>
              </p:cNvSpPr>
              <p:nvPr/>
            </p:nvSpPr>
            <p:spPr bwMode="auto">
              <a:xfrm>
                <a:off x="3360" y="2880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03" name="Oval 143"/>
              <p:cNvSpPr>
                <a:spLocks noChangeArrowheads="1"/>
              </p:cNvSpPr>
              <p:nvPr/>
            </p:nvSpPr>
            <p:spPr bwMode="auto">
              <a:xfrm>
                <a:off x="3024" y="316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04" name="Oval 144"/>
              <p:cNvSpPr>
                <a:spLocks noChangeArrowheads="1"/>
              </p:cNvSpPr>
              <p:nvPr/>
            </p:nvSpPr>
            <p:spPr bwMode="auto">
              <a:xfrm>
                <a:off x="3216" y="297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05" name="Oval 145"/>
              <p:cNvSpPr>
                <a:spLocks noChangeArrowheads="1"/>
              </p:cNvSpPr>
              <p:nvPr/>
            </p:nvSpPr>
            <p:spPr bwMode="auto">
              <a:xfrm>
                <a:off x="3216" y="2880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06" name="Oval 146"/>
              <p:cNvSpPr>
                <a:spLocks noChangeArrowheads="1"/>
              </p:cNvSpPr>
              <p:nvPr/>
            </p:nvSpPr>
            <p:spPr bwMode="auto">
              <a:xfrm>
                <a:off x="2976" y="302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07" name="Oval 147"/>
              <p:cNvSpPr>
                <a:spLocks noChangeArrowheads="1"/>
              </p:cNvSpPr>
              <p:nvPr/>
            </p:nvSpPr>
            <p:spPr bwMode="auto">
              <a:xfrm>
                <a:off x="3360" y="297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08" name="Oval 148"/>
              <p:cNvSpPr>
                <a:spLocks noChangeArrowheads="1"/>
              </p:cNvSpPr>
              <p:nvPr/>
            </p:nvSpPr>
            <p:spPr bwMode="auto">
              <a:xfrm>
                <a:off x="3456" y="3072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09" name="Oval 149"/>
              <p:cNvSpPr>
                <a:spLocks noChangeArrowheads="1"/>
              </p:cNvSpPr>
              <p:nvPr/>
            </p:nvSpPr>
            <p:spPr bwMode="auto">
              <a:xfrm>
                <a:off x="3552" y="316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10" name="Oval 150"/>
              <p:cNvSpPr>
                <a:spLocks noChangeArrowheads="1"/>
              </p:cNvSpPr>
              <p:nvPr/>
            </p:nvSpPr>
            <p:spPr bwMode="auto">
              <a:xfrm>
                <a:off x="3696" y="297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11" name="Oval 151"/>
              <p:cNvSpPr>
                <a:spLocks noChangeArrowheads="1"/>
              </p:cNvSpPr>
              <p:nvPr/>
            </p:nvSpPr>
            <p:spPr bwMode="auto">
              <a:xfrm>
                <a:off x="3360" y="321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12" name="Oval 152"/>
              <p:cNvSpPr>
                <a:spLocks noChangeArrowheads="1"/>
              </p:cNvSpPr>
              <p:nvPr/>
            </p:nvSpPr>
            <p:spPr bwMode="auto">
              <a:xfrm>
                <a:off x="3552" y="302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13" name="Oval 153"/>
              <p:cNvSpPr>
                <a:spLocks noChangeArrowheads="1"/>
              </p:cNvSpPr>
              <p:nvPr/>
            </p:nvSpPr>
            <p:spPr bwMode="auto">
              <a:xfrm>
                <a:off x="3552" y="292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14" name="Oval 154"/>
              <p:cNvSpPr>
                <a:spLocks noChangeArrowheads="1"/>
              </p:cNvSpPr>
              <p:nvPr/>
            </p:nvSpPr>
            <p:spPr bwMode="auto">
              <a:xfrm>
                <a:off x="3312" y="3072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15" name="Oval 155"/>
              <p:cNvSpPr>
                <a:spLocks noChangeArrowheads="1"/>
              </p:cNvSpPr>
              <p:nvPr/>
            </p:nvSpPr>
            <p:spPr bwMode="auto">
              <a:xfrm>
                <a:off x="2592" y="316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16" name="Oval 156"/>
              <p:cNvSpPr>
                <a:spLocks noChangeArrowheads="1"/>
              </p:cNvSpPr>
              <p:nvPr/>
            </p:nvSpPr>
            <p:spPr bwMode="auto">
              <a:xfrm>
                <a:off x="2688" y="326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17" name="Oval 157"/>
              <p:cNvSpPr>
                <a:spLocks noChangeArrowheads="1"/>
              </p:cNvSpPr>
              <p:nvPr/>
            </p:nvSpPr>
            <p:spPr bwMode="auto">
              <a:xfrm>
                <a:off x="2784" y="3360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18" name="Oval 158"/>
              <p:cNvSpPr>
                <a:spLocks noChangeArrowheads="1"/>
              </p:cNvSpPr>
              <p:nvPr/>
            </p:nvSpPr>
            <p:spPr bwMode="auto">
              <a:xfrm>
                <a:off x="2928" y="3120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19" name="Oval 159"/>
              <p:cNvSpPr>
                <a:spLocks noChangeArrowheads="1"/>
              </p:cNvSpPr>
              <p:nvPr/>
            </p:nvSpPr>
            <p:spPr bwMode="auto">
              <a:xfrm>
                <a:off x="2592" y="340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20" name="Oval 160"/>
              <p:cNvSpPr>
                <a:spLocks noChangeArrowheads="1"/>
              </p:cNvSpPr>
              <p:nvPr/>
            </p:nvSpPr>
            <p:spPr bwMode="auto">
              <a:xfrm>
                <a:off x="2784" y="321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21" name="Oval 161"/>
              <p:cNvSpPr>
                <a:spLocks noChangeArrowheads="1"/>
              </p:cNvSpPr>
              <p:nvPr/>
            </p:nvSpPr>
            <p:spPr bwMode="auto">
              <a:xfrm>
                <a:off x="2784" y="3120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22" name="Oval 162"/>
              <p:cNvSpPr>
                <a:spLocks noChangeArrowheads="1"/>
              </p:cNvSpPr>
              <p:nvPr/>
            </p:nvSpPr>
            <p:spPr bwMode="auto">
              <a:xfrm>
                <a:off x="2544" y="326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23" name="Oval 163"/>
              <p:cNvSpPr>
                <a:spLocks noChangeArrowheads="1"/>
              </p:cNvSpPr>
              <p:nvPr/>
            </p:nvSpPr>
            <p:spPr bwMode="auto">
              <a:xfrm>
                <a:off x="2928" y="321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24" name="Oval 164"/>
              <p:cNvSpPr>
                <a:spLocks noChangeArrowheads="1"/>
              </p:cNvSpPr>
              <p:nvPr/>
            </p:nvSpPr>
            <p:spPr bwMode="auto">
              <a:xfrm>
                <a:off x="3024" y="3312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25" name="Oval 165"/>
              <p:cNvSpPr>
                <a:spLocks noChangeArrowheads="1"/>
              </p:cNvSpPr>
              <p:nvPr/>
            </p:nvSpPr>
            <p:spPr bwMode="auto">
              <a:xfrm>
                <a:off x="3120" y="340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26" name="Oval 166"/>
              <p:cNvSpPr>
                <a:spLocks noChangeArrowheads="1"/>
              </p:cNvSpPr>
              <p:nvPr/>
            </p:nvSpPr>
            <p:spPr bwMode="auto">
              <a:xfrm>
                <a:off x="3264" y="321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27" name="Oval 167"/>
              <p:cNvSpPr>
                <a:spLocks noChangeArrowheads="1"/>
              </p:cNvSpPr>
              <p:nvPr/>
            </p:nvSpPr>
            <p:spPr bwMode="auto">
              <a:xfrm>
                <a:off x="2928" y="345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28" name="Oval 168"/>
              <p:cNvSpPr>
                <a:spLocks noChangeArrowheads="1"/>
              </p:cNvSpPr>
              <p:nvPr/>
            </p:nvSpPr>
            <p:spPr bwMode="auto">
              <a:xfrm>
                <a:off x="3120" y="326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29" name="Oval 169"/>
              <p:cNvSpPr>
                <a:spLocks noChangeArrowheads="1"/>
              </p:cNvSpPr>
              <p:nvPr/>
            </p:nvSpPr>
            <p:spPr bwMode="auto">
              <a:xfrm>
                <a:off x="3120" y="316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330" name="Oval 170"/>
              <p:cNvSpPr>
                <a:spLocks noChangeArrowheads="1"/>
              </p:cNvSpPr>
              <p:nvPr/>
            </p:nvSpPr>
            <p:spPr bwMode="auto">
              <a:xfrm>
                <a:off x="2880" y="3312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</p:grpSp>
        <p:grpSp>
          <p:nvGrpSpPr>
            <p:cNvPr id="53266" name="Group 204"/>
            <p:cNvGrpSpPr>
              <a:grpSpLocks/>
            </p:cNvGrpSpPr>
            <p:nvPr/>
          </p:nvGrpSpPr>
          <p:grpSpPr bwMode="auto">
            <a:xfrm>
              <a:off x="720" y="3168"/>
              <a:ext cx="1200" cy="624"/>
              <a:chOff x="2640" y="2976"/>
              <a:chExt cx="1200" cy="624"/>
            </a:xfrm>
          </p:grpSpPr>
          <p:sp>
            <p:nvSpPr>
              <p:cNvPr id="53267" name="Oval 205"/>
              <p:cNvSpPr>
                <a:spLocks noChangeArrowheads="1"/>
              </p:cNvSpPr>
              <p:nvPr/>
            </p:nvSpPr>
            <p:spPr bwMode="auto">
              <a:xfrm>
                <a:off x="3120" y="302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268" name="Oval 206"/>
              <p:cNvSpPr>
                <a:spLocks noChangeArrowheads="1"/>
              </p:cNvSpPr>
              <p:nvPr/>
            </p:nvSpPr>
            <p:spPr bwMode="auto">
              <a:xfrm>
                <a:off x="3216" y="3120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269" name="Oval 207"/>
              <p:cNvSpPr>
                <a:spLocks noChangeArrowheads="1"/>
              </p:cNvSpPr>
              <p:nvPr/>
            </p:nvSpPr>
            <p:spPr bwMode="auto">
              <a:xfrm>
                <a:off x="3312" y="3216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270" name="Oval 208"/>
              <p:cNvSpPr>
                <a:spLocks noChangeArrowheads="1"/>
              </p:cNvSpPr>
              <p:nvPr/>
            </p:nvSpPr>
            <p:spPr bwMode="auto">
              <a:xfrm>
                <a:off x="3456" y="2976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271" name="Oval 209"/>
              <p:cNvSpPr>
                <a:spLocks noChangeArrowheads="1"/>
              </p:cNvSpPr>
              <p:nvPr/>
            </p:nvSpPr>
            <p:spPr bwMode="auto">
              <a:xfrm>
                <a:off x="3120" y="326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272" name="Oval 210"/>
              <p:cNvSpPr>
                <a:spLocks noChangeArrowheads="1"/>
              </p:cNvSpPr>
              <p:nvPr/>
            </p:nvSpPr>
            <p:spPr bwMode="auto">
              <a:xfrm>
                <a:off x="3312" y="307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273" name="Oval 211"/>
              <p:cNvSpPr>
                <a:spLocks noChangeArrowheads="1"/>
              </p:cNvSpPr>
              <p:nvPr/>
            </p:nvSpPr>
            <p:spPr bwMode="auto">
              <a:xfrm>
                <a:off x="3312" y="2976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274" name="Oval 212"/>
              <p:cNvSpPr>
                <a:spLocks noChangeArrowheads="1"/>
              </p:cNvSpPr>
              <p:nvPr/>
            </p:nvSpPr>
            <p:spPr bwMode="auto">
              <a:xfrm>
                <a:off x="3072" y="3120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275" name="Oval 213"/>
              <p:cNvSpPr>
                <a:spLocks noChangeArrowheads="1"/>
              </p:cNvSpPr>
              <p:nvPr/>
            </p:nvSpPr>
            <p:spPr bwMode="auto">
              <a:xfrm>
                <a:off x="3456" y="307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276" name="Oval 214"/>
              <p:cNvSpPr>
                <a:spLocks noChangeArrowheads="1"/>
              </p:cNvSpPr>
              <p:nvPr/>
            </p:nvSpPr>
            <p:spPr bwMode="auto">
              <a:xfrm>
                <a:off x="3552" y="3168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277" name="Oval 215"/>
              <p:cNvSpPr>
                <a:spLocks noChangeArrowheads="1"/>
              </p:cNvSpPr>
              <p:nvPr/>
            </p:nvSpPr>
            <p:spPr bwMode="auto">
              <a:xfrm>
                <a:off x="3648" y="326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278" name="Oval 216"/>
              <p:cNvSpPr>
                <a:spLocks noChangeArrowheads="1"/>
              </p:cNvSpPr>
              <p:nvPr/>
            </p:nvSpPr>
            <p:spPr bwMode="auto">
              <a:xfrm>
                <a:off x="3792" y="307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279" name="Oval 217"/>
              <p:cNvSpPr>
                <a:spLocks noChangeArrowheads="1"/>
              </p:cNvSpPr>
              <p:nvPr/>
            </p:nvSpPr>
            <p:spPr bwMode="auto">
              <a:xfrm>
                <a:off x="3456" y="331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280" name="Oval 218"/>
              <p:cNvSpPr>
                <a:spLocks noChangeArrowheads="1"/>
              </p:cNvSpPr>
              <p:nvPr/>
            </p:nvSpPr>
            <p:spPr bwMode="auto">
              <a:xfrm>
                <a:off x="3648" y="3120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281" name="Oval 219"/>
              <p:cNvSpPr>
                <a:spLocks noChangeArrowheads="1"/>
              </p:cNvSpPr>
              <p:nvPr/>
            </p:nvSpPr>
            <p:spPr bwMode="auto">
              <a:xfrm>
                <a:off x="3648" y="302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282" name="Oval 220"/>
              <p:cNvSpPr>
                <a:spLocks noChangeArrowheads="1"/>
              </p:cNvSpPr>
              <p:nvPr/>
            </p:nvSpPr>
            <p:spPr bwMode="auto">
              <a:xfrm>
                <a:off x="3408" y="3168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283" name="Oval 221"/>
              <p:cNvSpPr>
                <a:spLocks noChangeArrowheads="1"/>
              </p:cNvSpPr>
              <p:nvPr/>
            </p:nvSpPr>
            <p:spPr bwMode="auto">
              <a:xfrm>
                <a:off x="2688" y="326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284" name="Oval 222"/>
              <p:cNvSpPr>
                <a:spLocks noChangeArrowheads="1"/>
              </p:cNvSpPr>
              <p:nvPr/>
            </p:nvSpPr>
            <p:spPr bwMode="auto">
              <a:xfrm>
                <a:off x="2784" y="3360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285" name="Oval 223"/>
              <p:cNvSpPr>
                <a:spLocks noChangeArrowheads="1"/>
              </p:cNvSpPr>
              <p:nvPr/>
            </p:nvSpPr>
            <p:spPr bwMode="auto">
              <a:xfrm>
                <a:off x="2880" y="3456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286" name="Oval 224"/>
              <p:cNvSpPr>
                <a:spLocks noChangeArrowheads="1"/>
              </p:cNvSpPr>
              <p:nvPr/>
            </p:nvSpPr>
            <p:spPr bwMode="auto">
              <a:xfrm>
                <a:off x="3024" y="3216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287" name="Oval 225"/>
              <p:cNvSpPr>
                <a:spLocks noChangeArrowheads="1"/>
              </p:cNvSpPr>
              <p:nvPr/>
            </p:nvSpPr>
            <p:spPr bwMode="auto">
              <a:xfrm>
                <a:off x="2688" y="350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288" name="Oval 226"/>
              <p:cNvSpPr>
                <a:spLocks noChangeArrowheads="1"/>
              </p:cNvSpPr>
              <p:nvPr/>
            </p:nvSpPr>
            <p:spPr bwMode="auto">
              <a:xfrm>
                <a:off x="2880" y="331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289" name="Oval 227"/>
              <p:cNvSpPr>
                <a:spLocks noChangeArrowheads="1"/>
              </p:cNvSpPr>
              <p:nvPr/>
            </p:nvSpPr>
            <p:spPr bwMode="auto">
              <a:xfrm>
                <a:off x="2880" y="3216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290" name="Oval 228"/>
              <p:cNvSpPr>
                <a:spLocks noChangeArrowheads="1"/>
              </p:cNvSpPr>
              <p:nvPr/>
            </p:nvSpPr>
            <p:spPr bwMode="auto">
              <a:xfrm>
                <a:off x="2640" y="3360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291" name="Oval 229"/>
              <p:cNvSpPr>
                <a:spLocks noChangeArrowheads="1"/>
              </p:cNvSpPr>
              <p:nvPr/>
            </p:nvSpPr>
            <p:spPr bwMode="auto">
              <a:xfrm>
                <a:off x="3024" y="331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292" name="Oval 230"/>
              <p:cNvSpPr>
                <a:spLocks noChangeArrowheads="1"/>
              </p:cNvSpPr>
              <p:nvPr/>
            </p:nvSpPr>
            <p:spPr bwMode="auto">
              <a:xfrm>
                <a:off x="3120" y="3408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293" name="Oval 231"/>
              <p:cNvSpPr>
                <a:spLocks noChangeArrowheads="1"/>
              </p:cNvSpPr>
              <p:nvPr/>
            </p:nvSpPr>
            <p:spPr bwMode="auto">
              <a:xfrm>
                <a:off x="3216" y="350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294" name="Oval 232"/>
              <p:cNvSpPr>
                <a:spLocks noChangeArrowheads="1"/>
              </p:cNvSpPr>
              <p:nvPr/>
            </p:nvSpPr>
            <p:spPr bwMode="auto">
              <a:xfrm>
                <a:off x="3360" y="331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295" name="Oval 233"/>
              <p:cNvSpPr>
                <a:spLocks noChangeArrowheads="1"/>
              </p:cNvSpPr>
              <p:nvPr/>
            </p:nvSpPr>
            <p:spPr bwMode="auto">
              <a:xfrm>
                <a:off x="3024" y="3552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296" name="Oval 234"/>
              <p:cNvSpPr>
                <a:spLocks noChangeArrowheads="1"/>
              </p:cNvSpPr>
              <p:nvPr/>
            </p:nvSpPr>
            <p:spPr bwMode="auto">
              <a:xfrm>
                <a:off x="3216" y="3360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297" name="Oval 235"/>
              <p:cNvSpPr>
                <a:spLocks noChangeArrowheads="1"/>
              </p:cNvSpPr>
              <p:nvPr/>
            </p:nvSpPr>
            <p:spPr bwMode="auto">
              <a:xfrm>
                <a:off x="3216" y="326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  <p:sp>
            <p:nvSpPr>
              <p:cNvPr id="53298" name="Oval 236"/>
              <p:cNvSpPr>
                <a:spLocks noChangeArrowheads="1"/>
              </p:cNvSpPr>
              <p:nvPr/>
            </p:nvSpPr>
            <p:spPr bwMode="auto">
              <a:xfrm>
                <a:off x="2976" y="3408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3200" 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s-ES" altLang="es-ES" sz="2800" i="0"/>
              </a:p>
            </p:txBody>
          </p:sp>
        </p:grpSp>
      </p:grpSp>
      <p:sp>
        <p:nvSpPr>
          <p:cNvPr id="2" name="Elipse 1"/>
          <p:cNvSpPr>
            <a:spLocks noChangeArrowheads="1"/>
          </p:cNvSpPr>
          <p:nvPr/>
        </p:nvSpPr>
        <p:spPr bwMode="auto">
          <a:xfrm rot="-800771">
            <a:off x="1427163" y="3001963"/>
            <a:ext cx="5780087" cy="2036762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  <p:grpSp>
        <p:nvGrpSpPr>
          <p:cNvPr id="6" name="Grupo 5"/>
          <p:cNvGrpSpPr>
            <a:grpSpLocks/>
          </p:cNvGrpSpPr>
          <p:nvPr/>
        </p:nvGrpSpPr>
        <p:grpSpPr bwMode="auto">
          <a:xfrm>
            <a:off x="4124325" y="2868613"/>
            <a:ext cx="3400425" cy="1308100"/>
            <a:chOff x="4124934" y="2869096"/>
            <a:chExt cx="3399394" cy="1308101"/>
          </a:xfrm>
        </p:grpSpPr>
        <p:cxnSp>
          <p:nvCxnSpPr>
            <p:cNvPr id="53259" name="Conector recto de flecha 3"/>
            <p:cNvCxnSpPr>
              <a:cxnSpLocks noChangeShapeType="1"/>
            </p:cNvCxnSpPr>
            <p:nvPr/>
          </p:nvCxnSpPr>
          <p:spPr bwMode="auto">
            <a:xfrm flipV="1">
              <a:off x="4317381" y="3242128"/>
              <a:ext cx="3206947" cy="849086"/>
            </a:xfrm>
            <a:prstGeom prst="straightConnector1">
              <a:avLst/>
            </a:prstGeom>
            <a:noFill/>
            <a:ln w="38100" algn="ctr">
              <a:solidFill>
                <a:srgbClr val="00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3260" name="Conector recto de flecha 205"/>
            <p:cNvCxnSpPr>
              <a:cxnSpLocks noChangeShapeType="1"/>
            </p:cNvCxnSpPr>
            <p:nvPr/>
          </p:nvCxnSpPr>
          <p:spPr bwMode="auto">
            <a:xfrm flipH="1" flipV="1">
              <a:off x="4124934" y="2869096"/>
              <a:ext cx="344760" cy="1308101"/>
            </a:xfrm>
            <a:prstGeom prst="straightConnector1">
              <a:avLst/>
            </a:prstGeom>
            <a:noFill/>
            <a:ln w="38100" algn="ctr">
              <a:solidFill>
                <a:srgbClr val="00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09" name="Grupo 208"/>
          <p:cNvGrpSpPr>
            <a:grpSpLocks/>
          </p:cNvGrpSpPr>
          <p:nvPr/>
        </p:nvGrpSpPr>
        <p:grpSpPr bwMode="auto">
          <a:xfrm rot="4588231">
            <a:off x="3482975" y="4687888"/>
            <a:ext cx="3400425" cy="1308100"/>
            <a:chOff x="4124934" y="2869096"/>
            <a:chExt cx="3399394" cy="1308101"/>
          </a:xfrm>
        </p:grpSpPr>
        <p:cxnSp>
          <p:nvCxnSpPr>
            <p:cNvPr id="53257" name="Conector recto de flecha 209"/>
            <p:cNvCxnSpPr>
              <a:cxnSpLocks noChangeShapeType="1"/>
            </p:cNvCxnSpPr>
            <p:nvPr/>
          </p:nvCxnSpPr>
          <p:spPr bwMode="auto">
            <a:xfrm flipV="1">
              <a:off x="4317381" y="3242128"/>
              <a:ext cx="3206947" cy="849086"/>
            </a:xfrm>
            <a:prstGeom prst="straightConnector1">
              <a:avLst/>
            </a:prstGeom>
            <a:noFill/>
            <a:ln w="38100" algn="ctr">
              <a:solidFill>
                <a:srgbClr val="00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3258" name="Conector recto de flecha 210"/>
            <p:cNvCxnSpPr>
              <a:cxnSpLocks noChangeShapeType="1"/>
            </p:cNvCxnSpPr>
            <p:nvPr/>
          </p:nvCxnSpPr>
          <p:spPr bwMode="auto">
            <a:xfrm flipH="1" flipV="1">
              <a:off x="4124934" y="2869096"/>
              <a:ext cx="344760" cy="1308101"/>
            </a:xfrm>
            <a:prstGeom prst="straightConnector1">
              <a:avLst/>
            </a:prstGeom>
            <a:noFill/>
            <a:ln w="38100" algn="ctr">
              <a:solidFill>
                <a:srgbClr val="00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7" name="CuadroTexto 6"/>
          <p:cNvSpPr txBox="1">
            <a:spLocks noChangeArrowheads="1"/>
          </p:cNvSpPr>
          <p:nvPr/>
        </p:nvSpPr>
        <p:spPr bwMode="auto">
          <a:xfrm>
            <a:off x="3470275" y="5332413"/>
            <a:ext cx="5476875" cy="1385887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s-ES" altLang="es-ES" sz="2800" i="0"/>
              <a:t>Transformada de Fisher</a:t>
            </a:r>
          </a:p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s-ES" altLang="es-ES" sz="2800" i="0"/>
              <a:t>ó </a:t>
            </a:r>
          </a:p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s-ES" altLang="es-ES" sz="2800" i="0"/>
              <a:t>Linear Discriminant Analysis (LDA)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476250"/>
            <a:ext cx="8686800" cy="1143000"/>
          </a:xfrm>
        </p:spPr>
        <p:txBody>
          <a:bodyPr/>
          <a:lstStyle/>
          <a:p>
            <a:r>
              <a:rPr lang="es-ES_tradnl" altLang="es-ES" smtClean="0"/>
              <a:t>Reducción de la Dimensionalidad</a:t>
            </a:r>
            <a:r>
              <a:rPr lang="es-ES_tradnl" altLang="es-ES" sz="4000" smtClean="0"/>
              <a:t/>
            </a:r>
            <a:br>
              <a:rPr lang="es-ES_tradnl" altLang="es-ES" sz="4000" smtClean="0"/>
            </a:br>
            <a:r>
              <a:rPr lang="es-ES_tradnl" altLang="es-ES" sz="3600" smtClean="0"/>
              <a:t>Transf. discriminante de Fisher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752600"/>
            <a:ext cx="8229600" cy="4114800"/>
          </a:xfrm>
        </p:spPr>
        <p:txBody>
          <a:bodyPr/>
          <a:lstStyle/>
          <a:p>
            <a:r>
              <a:rPr lang="es-ES_tradnl" altLang="es-ES" sz="2800" smtClean="0"/>
              <a:t>La transformación discriminante clásica se debe a Fisher</a:t>
            </a:r>
          </a:p>
          <a:p>
            <a:r>
              <a:rPr lang="es-ES_tradnl" altLang="es-ES" sz="2800" smtClean="0"/>
              <a:t>Sea S</a:t>
            </a:r>
            <a:r>
              <a:rPr lang="es-ES_tradnl" altLang="es-ES" sz="2800" baseline="-25000" smtClean="0"/>
              <a:t>w</a:t>
            </a:r>
            <a:r>
              <a:rPr lang="es-ES_tradnl" altLang="es-ES" sz="2800" smtClean="0"/>
              <a:t> la media de las matrices de covarianza</a:t>
            </a:r>
          </a:p>
          <a:p>
            <a:r>
              <a:rPr lang="es-ES_tradnl" altLang="es-ES" sz="2800" smtClean="0"/>
              <a:t>Sea m la media de las medias de cada clase</a:t>
            </a:r>
          </a:p>
          <a:p>
            <a:r>
              <a:rPr lang="es-ES_tradnl" altLang="es-ES" sz="2800" smtClean="0"/>
              <a:t>Sea S</a:t>
            </a:r>
            <a:r>
              <a:rPr lang="es-ES_tradnl" altLang="es-ES" sz="2800" baseline="-25000" smtClean="0"/>
              <a:t>b</a:t>
            </a:r>
            <a:r>
              <a:rPr lang="es-ES_tradnl" altLang="es-ES" sz="2800" smtClean="0"/>
              <a:t> = (m</a:t>
            </a:r>
            <a:r>
              <a:rPr lang="es-ES_tradnl" altLang="es-ES" sz="2800" baseline="-25000" smtClean="0"/>
              <a:t>i</a:t>
            </a:r>
            <a:r>
              <a:rPr lang="es-ES_tradnl" altLang="es-ES" sz="2800" smtClean="0"/>
              <a:t> - m)*(m</a:t>
            </a:r>
            <a:r>
              <a:rPr lang="es-ES_tradnl" altLang="es-ES" sz="2800" baseline="-25000" smtClean="0"/>
              <a:t>i</a:t>
            </a:r>
            <a:r>
              <a:rPr lang="es-ES_tradnl" altLang="es-ES" sz="2800" smtClean="0"/>
              <a:t>-m)</a:t>
            </a:r>
            <a:r>
              <a:rPr lang="es-ES_tradnl" altLang="es-ES" sz="2800" baseline="30000" smtClean="0"/>
              <a:t>T</a:t>
            </a:r>
            <a:endParaRPr lang="es-ES_tradnl" altLang="es-ES" sz="2800" smtClean="0"/>
          </a:p>
          <a:p>
            <a:r>
              <a:rPr lang="es-ES_tradnl" altLang="es-ES" sz="2800" smtClean="0"/>
              <a:t>Determina W de tal forma que maximice la relación entre S</a:t>
            </a:r>
            <a:r>
              <a:rPr lang="es-ES_tradnl" altLang="es-ES" sz="2800" baseline="-25000" smtClean="0"/>
              <a:t>w</a:t>
            </a:r>
            <a:r>
              <a:rPr lang="es-ES_tradnl" altLang="es-ES" sz="2800" smtClean="0"/>
              <a:t> y S</a:t>
            </a:r>
            <a:r>
              <a:rPr lang="es-ES_tradnl" altLang="es-ES" sz="2800" baseline="-25000" smtClean="0"/>
              <a:t>b</a:t>
            </a:r>
            <a:endParaRPr lang="es-ES_tradnl" altLang="es-ES" sz="2800" smtClean="0"/>
          </a:p>
          <a:p>
            <a:r>
              <a:rPr lang="es-ES_tradnl" altLang="es-ES" sz="2800" smtClean="0"/>
              <a:t>Determina W siguiendo un procedimiento similar a PCA, como los autovectores de :</a:t>
            </a:r>
          </a:p>
          <a:p>
            <a:pPr>
              <a:buFontTx/>
              <a:buNone/>
            </a:pPr>
            <a:r>
              <a:rPr lang="es-ES_tradnl" altLang="es-ES" sz="2800" smtClean="0"/>
              <a:t>			C = S</a:t>
            </a:r>
            <a:r>
              <a:rPr lang="es-ES_tradnl" altLang="es-ES" sz="2800" baseline="-25000" smtClean="0"/>
              <a:t>w</a:t>
            </a:r>
            <a:r>
              <a:rPr lang="es-ES_tradnl" altLang="es-ES" sz="2800" baseline="30000" smtClean="0"/>
              <a:t>-1</a:t>
            </a:r>
            <a:r>
              <a:rPr lang="es-ES_tradnl" altLang="es-ES" sz="2800" smtClean="0"/>
              <a:t> * S</a:t>
            </a:r>
            <a:r>
              <a:rPr lang="es-ES_tradnl" altLang="es-ES" sz="2800" baseline="-25000" smtClean="0"/>
              <a:t>b</a:t>
            </a:r>
            <a:endParaRPr lang="es-ES_tradnl" altLang="es-ES" sz="2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404813"/>
            <a:ext cx="7989887" cy="1143000"/>
          </a:xfrm>
        </p:spPr>
        <p:txBody>
          <a:bodyPr/>
          <a:lstStyle/>
          <a:p>
            <a:r>
              <a:rPr lang="es-ES_tradnl" altLang="es-ES" smtClean="0"/>
              <a:t>Reducción de la Dimensionalidad </a:t>
            </a:r>
            <a:br>
              <a:rPr lang="es-ES_tradnl" altLang="es-ES" smtClean="0"/>
            </a:br>
            <a:r>
              <a:rPr lang="es-ES_tradnl" altLang="es-ES" sz="3600" smtClean="0"/>
              <a:t>Procedimiento de Fisher</a:t>
            </a:r>
          </a:p>
        </p:txBody>
      </p:sp>
      <p:sp>
        <p:nvSpPr>
          <p:cNvPr id="5529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09600" y="1752600"/>
            <a:ext cx="8153400" cy="4114800"/>
          </a:xfrm>
          <a:noFill/>
        </p:spPr>
        <p:txBody>
          <a:bodyPr/>
          <a:lstStyle/>
          <a:p>
            <a:r>
              <a:rPr lang="es-ES_tradnl" altLang="es-ES" sz="2400" smtClean="0"/>
              <a:t>Calcular la matriz de covarianza de cada clase (C</a:t>
            </a:r>
            <a:r>
              <a:rPr lang="es-ES_tradnl" altLang="es-ES" sz="2400" baseline="-25000" smtClean="0"/>
              <a:t>i</a:t>
            </a:r>
            <a:r>
              <a:rPr lang="es-ES_tradnl" altLang="es-ES" sz="2400" smtClean="0"/>
              <a:t>)</a:t>
            </a:r>
          </a:p>
          <a:p>
            <a:r>
              <a:rPr lang="es-ES_tradnl" altLang="es-ES" sz="2400" smtClean="0"/>
              <a:t>Calcular S</a:t>
            </a:r>
            <a:r>
              <a:rPr lang="es-ES_tradnl" altLang="es-ES" sz="2400" baseline="-25000" smtClean="0"/>
              <a:t>w</a:t>
            </a:r>
            <a:r>
              <a:rPr lang="es-ES_tradnl" altLang="es-ES" sz="2800" baseline="-25000" smtClean="0"/>
              <a:t> </a:t>
            </a:r>
            <a:r>
              <a:rPr lang="es-ES_tradnl" altLang="es-ES" sz="2400" smtClean="0"/>
              <a:t>como la media de los C</a:t>
            </a:r>
            <a:r>
              <a:rPr lang="es-ES_tradnl" altLang="es-ES" sz="2400" baseline="-25000" smtClean="0"/>
              <a:t>i</a:t>
            </a:r>
            <a:endParaRPr lang="es-ES_tradnl" altLang="es-ES" sz="2400" smtClean="0"/>
          </a:p>
          <a:p>
            <a:r>
              <a:rPr lang="es-ES_tradnl" altLang="es-ES" sz="2400" smtClean="0"/>
              <a:t>Calcular la media de cada clase (m</a:t>
            </a:r>
            <a:r>
              <a:rPr lang="es-ES_tradnl" altLang="es-ES" sz="2400" baseline="-25000" smtClean="0"/>
              <a:t>i</a:t>
            </a:r>
            <a:r>
              <a:rPr lang="es-ES_tradnl" altLang="es-ES" sz="2400" smtClean="0"/>
              <a:t>)</a:t>
            </a:r>
          </a:p>
          <a:p>
            <a:r>
              <a:rPr lang="es-ES_tradnl" altLang="es-ES" sz="2400" smtClean="0"/>
              <a:t>Calcular la media de las medias (m)</a:t>
            </a:r>
          </a:p>
          <a:p>
            <a:r>
              <a:rPr lang="es-ES_tradnl" altLang="es-ES" sz="2400" smtClean="0"/>
              <a:t>Calcular S</a:t>
            </a:r>
            <a:r>
              <a:rPr lang="es-ES_tradnl" altLang="es-ES" sz="2400" baseline="-25000" smtClean="0"/>
              <a:t>b </a:t>
            </a:r>
            <a:r>
              <a:rPr lang="es-ES_tradnl" altLang="es-ES" sz="2400" smtClean="0"/>
              <a:t>= (m</a:t>
            </a:r>
            <a:r>
              <a:rPr lang="es-ES_tradnl" altLang="es-ES" sz="2400" baseline="-25000" smtClean="0"/>
              <a:t>i</a:t>
            </a:r>
            <a:r>
              <a:rPr lang="es-ES_tradnl" altLang="es-ES" sz="2400" smtClean="0"/>
              <a:t> - m)*(m</a:t>
            </a:r>
            <a:r>
              <a:rPr lang="es-ES_tradnl" altLang="es-ES" sz="2400" baseline="-25000" smtClean="0"/>
              <a:t>i</a:t>
            </a:r>
            <a:r>
              <a:rPr lang="es-ES_tradnl" altLang="es-ES" sz="2400" smtClean="0"/>
              <a:t>-m)</a:t>
            </a:r>
            <a:r>
              <a:rPr lang="es-ES_tradnl" altLang="es-ES" sz="2400" baseline="30000" smtClean="0"/>
              <a:t>T</a:t>
            </a:r>
            <a:endParaRPr lang="es-ES_tradnl" altLang="es-ES" sz="2400" smtClean="0"/>
          </a:p>
          <a:p>
            <a:r>
              <a:rPr lang="es-ES_tradnl" altLang="es-ES" sz="2400" smtClean="0"/>
              <a:t>Obtener C = S</a:t>
            </a:r>
            <a:r>
              <a:rPr lang="es-ES_tradnl" altLang="es-ES" sz="2400" baseline="-25000" smtClean="0"/>
              <a:t>w</a:t>
            </a:r>
            <a:r>
              <a:rPr lang="es-ES_tradnl" altLang="es-ES" sz="2400" baseline="30000" smtClean="0"/>
              <a:t>-1</a:t>
            </a:r>
            <a:r>
              <a:rPr lang="es-ES_tradnl" altLang="es-ES" sz="2400" smtClean="0"/>
              <a:t> * S</a:t>
            </a:r>
            <a:r>
              <a:rPr lang="es-ES_tradnl" altLang="es-ES" sz="2400" baseline="-25000" smtClean="0"/>
              <a:t>b  </a:t>
            </a:r>
            <a:r>
              <a:rPr lang="es-ES_tradnl" altLang="es-ES" sz="2400" smtClean="0"/>
              <a:t>,y sus autovectores </a:t>
            </a:r>
            <a:endParaRPr lang="es-ES_tradnl" altLang="es-ES" sz="2800" smtClean="0"/>
          </a:p>
          <a:p>
            <a:r>
              <a:rPr lang="es-ES_tradnl" altLang="es-ES" sz="2400" smtClean="0"/>
              <a:t>Ordenar los autovectores de mayor a menor en función de su correspondiente autovalor</a:t>
            </a:r>
          </a:p>
          <a:p>
            <a:r>
              <a:rPr lang="es-ES_tradnl" altLang="es-ES" sz="2400" smtClean="0"/>
              <a:t>Crear la matriz M con tantos autovectores como  características se deseen en el espacio transformado</a:t>
            </a:r>
          </a:p>
          <a:p>
            <a:r>
              <a:rPr lang="es-ES_tradnl" altLang="es-ES" sz="2400" smtClean="0"/>
              <a:t>Obtener los vectores transformados como </a:t>
            </a:r>
          </a:p>
          <a:p>
            <a:pPr>
              <a:buFontTx/>
              <a:buNone/>
            </a:pPr>
            <a:r>
              <a:rPr lang="es-ES_tradnl" altLang="es-ES" sz="2400" smtClean="0"/>
              <a:t>				y = M * 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8229600" cy="1143000"/>
          </a:xfrm>
        </p:spPr>
        <p:txBody>
          <a:bodyPr/>
          <a:lstStyle/>
          <a:p>
            <a:r>
              <a:rPr lang="es-ES_tradnl" altLang="es-ES" smtClean="0"/>
              <a:t>Reducción de la Dimensionalidad</a:t>
            </a:r>
            <a:r>
              <a:rPr lang="es-ES_tradnl" altLang="es-ES" sz="4000" smtClean="0"/>
              <a:t/>
            </a:r>
            <a:br>
              <a:rPr lang="es-ES_tradnl" altLang="es-ES" sz="4000" smtClean="0"/>
            </a:br>
            <a:r>
              <a:rPr lang="es-ES_tradnl" altLang="es-ES" sz="3600" smtClean="0"/>
              <a:t>Inconveniente del discriminante de Fisher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0"/>
            <a:ext cx="7772400" cy="4114800"/>
          </a:xfrm>
        </p:spPr>
        <p:txBody>
          <a:bodyPr/>
          <a:lstStyle/>
          <a:p>
            <a:r>
              <a:rPr lang="es-ES_tradnl" altLang="es-ES" smtClean="0"/>
              <a:t>El número de características extraídas es, como máximo, igual al número de clases menos 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" smtClean="0"/>
              <a:t>Codigo PCA</a:t>
            </a:r>
          </a:p>
        </p:txBody>
      </p:sp>
      <p:sp>
        <p:nvSpPr>
          <p:cNvPr id="57347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s-ES" altLang="es-ES" i="0" smtClean="0">
                <a:latin typeface="Consolas" panose="020B0609020204030204" pitchFamily="49" charset="0"/>
              </a:rPr>
              <a:t>load iris</a:t>
            </a:r>
          </a:p>
          <a:p>
            <a:pPr marL="0" indent="0">
              <a:buFontTx/>
              <a:buNone/>
            </a:pPr>
            <a:r>
              <a:rPr lang="es-ES" altLang="es-ES" i="0" smtClean="0">
                <a:latin typeface="Consolas" panose="020B0609020204030204" pitchFamily="49" charset="0"/>
              </a:rPr>
              <a:t>figure(1),plotpat(x,y);</a:t>
            </a:r>
          </a:p>
          <a:p>
            <a:pPr marL="0" indent="0">
              <a:buFontTx/>
              <a:buNone/>
            </a:pPr>
            <a:r>
              <a:rPr lang="es-ES" altLang="es-ES" i="0" smtClean="0">
                <a:latin typeface="Consolas" panose="020B0609020204030204" pitchFamily="49" charset="0"/>
              </a:rPr>
              <a:t>m=meanpat(x);</a:t>
            </a:r>
          </a:p>
          <a:p>
            <a:pPr marL="0" indent="0">
              <a:buFontTx/>
              <a:buNone/>
            </a:pPr>
            <a:r>
              <a:rPr lang="es-ES" altLang="es-ES" i="0" smtClean="0">
                <a:latin typeface="Consolas" panose="020B0609020204030204" pitchFamily="49" charset="0"/>
              </a:rPr>
              <a:t>x=subpat(x,m);</a:t>
            </a:r>
          </a:p>
          <a:p>
            <a:pPr marL="0" indent="0">
              <a:buFontTx/>
              <a:buNone/>
            </a:pPr>
            <a:r>
              <a:rPr lang="es-ES" altLang="es-ES" i="0" smtClean="0">
                <a:latin typeface="Consolas" panose="020B0609020204030204" pitchFamily="49" charset="0"/>
              </a:rPr>
              <a:t>W=mipca(x,2);  % Reducimos a 2</a:t>
            </a:r>
          </a:p>
          <a:p>
            <a:pPr marL="0" indent="0">
              <a:buFontTx/>
              <a:buNone/>
            </a:pPr>
            <a:r>
              <a:rPr lang="es-ES" altLang="es-ES" i="0" smtClean="0">
                <a:latin typeface="Consolas" panose="020B0609020204030204" pitchFamily="49" charset="0"/>
              </a:rPr>
              <a:t>x=W*x;</a:t>
            </a:r>
          </a:p>
          <a:p>
            <a:pPr marL="0" indent="0">
              <a:buFontTx/>
              <a:buNone/>
            </a:pPr>
            <a:r>
              <a:rPr lang="es-ES" altLang="es-ES" i="0" smtClean="0">
                <a:latin typeface="Consolas" panose="020B0609020204030204" pitchFamily="49" charset="0"/>
              </a:rPr>
              <a:t>figure(2),plotpat(x,y)</a:t>
            </a:r>
          </a:p>
        </p:txBody>
      </p:sp>
      <p:sp>
        <p:nvSpPr>
          <p:cNvPr id="57348" name="Elipse 3"/>
          <p:cNvSpPr>
            <a:spLocks noChangeArrowheads="1"/>
          </p:cNvSpPr>
          <p:nvPr/>
        </p:nvSpPr>
        <p:spPr bwMode="auto">
          <a:xfrm>
            <a:off x="2339975" y="4149725"/>
            <a:ext cx="1152525" cy="1079500"/>
          </a:xfrm>
          <a:prstGeom prst="ellipse">
            <a:avLst/>
          </a:prstGeom>
          <a:noFill/>
          <a:ln w="571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" smtClean="0"/>
              <a:t>Codigo Fisher/LDA</a:t>
            </a:r>
          </a:p>
        </p:txBody>
      </p:sp>
      <p:sp>
        <p:nvSpPr>
          <p:cNvPr id="58371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s-ES" altLang="es-ES" i="0" smtClean="0">
                <a:latin typeface="Consolas" panose="020B0609020204030204" pitchFamily="49" charset="0"/>
              </a:rPr>
              <a:t>load iris</a:t>
            </a:r>
          </a:p>
          <a:p>
            <a:pPr marL="0" indent="0">
              <a:buFontTx/>
              <a:buNone/>
            </a:pPr>
            <a:r>
              <a:rPr lang="es-ES" altLang="es-ES" i="0" smtClean="0">
                <a:latin typeface="Consolas" panose="020B0609020204030204" pitchFamily="49" charset="0"/>
              </a:rPr>
              <a:t>figure(1),plotpat(x,y);</a:t>
            </a:r>
          </a:p>
          <a:p>
            <a:pPr marL="0" indent="0">
              <a:buFontTx/>
              <a:buNone/>
            </a:pPr>
            <a:r>
              <a:rPr lang="es-ES" altLang="es-ES" i="0" smtClean="0">
                <a:latin typeface="Consolas" panose="020B0609020204030204" pitchFamily="49" charset="0"/>
              </a:rPr>
              <a:t>m=meanpat(x);</a:t>
            </a:r>
          </a:p>
          <a:p>
            <a:pPr marL="0" indent="0">
              <a:buFontTx/>
              <a:buNone/>
            </a:pPr>
            <a:r>
              <a:rPr lang="es-ES" altLang="es-ES" i="0" smtClean="0">
                <a:latin typeface="Consolas" panose="020B0609020204030204" pitchFamily="49" charset="0"/>
              </a:rPr>
              <a:t>x=subpat(x,m);</a:t>
            </a:r>
          </a:p>
          <a:p>
            <a:pPr marL="0" indent="0">
              <a:buFontTx/>
              <a:buNone/>
            </a:pPr>
            <a:r>
              <a:rPr lang="es-ES" altLang="es-ES" i="0" smtClean="0">
                <a:latin typeface="Consolas" panose="020B0609020204030204" pitchFamily="49" charset="0"/>
              </a:rPr>
              <a:t>W=fisher(x,y,2);  % Reducimos a 2</a:t>
            </a:r>
          </a:p>
          <a:p>
            <a:pPr marL="0" indent="0">
              <a:buFontTx/>
              <a:buNone/>
            </a:pPr>
            <a:r>
              <a:rPr lang="es-ES" altLang="es-ES" i="0" smtClean="0">
                <a:latin typeface="Consolas" panose="020B0609020204030204" pitchFamily="49" charset="0"/>
              </a:rPr>
              <a:t>x=W*x;</a:t>
            </a:r>
          </a:p>
          <a:p>
            <a:pPr marL="0" indent="0">
              <a:buFontTx/>
              <a:buNone/>
            </a:pPr>
            <a:r>
              <a:rPr lang="es-ES" altLang="es-ES" i="0" smtClean="0">
                <a:latin typeface="Consolas" panose="020B0609020204030204" pitchFamily="49" charset="0"/>
              </a:rPr>
              <a:t>figure(2),plotpat(x,y)</a:t>
            </a:r>
          </a:p>
        </p:txBody>
      </p:sp>
      <p:sp>
        <p:nvSpPr>
          <p:cNvPr id="58372" name="Elipse 3"/>
          <p:cNvSpPr>
            <a:spLocks noChangeArrowheads="1"/>
          </p:cNvSpPr>
          <p:nvPr/>
        </p:nvSpPr>
        <p:spPr bwMode="auto">
          <a:xfrm>
            <a:off x="2484438" y="4149725"/>
            <a:ext cx="1871662" cy="1079500"/>
          </a:xfrm>
          <a:prstGeom prst="ellipse">
            <a:avLst/>
          </a:prstGeom>
          <a:noFill/>
          <a:ln w="571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32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s-ES" altLang="es-ES" sz="2800" i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&#10;\pagestyle{empty}&#10;&#10;\begin{document}&#10;&#10;\begin{eqnarray*}&#10;x(n)&amp;=&amp; \frac{1}{\sqrt N} \sum_{u=0}^{N-1} y(u)&#10; b(u,n)&#10;\end{eqnarray*}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83"/>
  <p:tag name="BOXFONT" val="10"/>
  <p:tag name="BOXWRAP" val="False"/>
  <p:tag name="WORKAROUNDTRANSPARENCYBUG" val="False"/>
  <p:tag name="ALLOWFONTSUBSTITUTION" val="False"/>
  <p:tag name="BITMAPFORMAT" val="pngmono"/>
  <p:tag name="ORIGWIDTH" val="284"/>
  <p:tag name="PICTUREFILESIZE" val="2041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&#10;\pagestyle{empty}&#10;&#10;\begin{document}&#10;&#10;\begin{eqnarray*}&#10;y(u) &amp;=&amp; \frac{1}{\sqrt N} \sum_{n=0}^{N-1} x(n) a(u,n)&#10;\end{eqnarray*}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83"/>
  <p:tag name="BOXFONT" val="10"/>
  <p:tag name="BOXWRAP" val="False"/>
  <p:tag name="WORKAROUNDTRANSPARENCYBUG" val="False"/>
  <p:tag name="ALLOWFONTSUBSTITUTION" val="False"/>
  <p:tag name="BITMAPFORMAT" val="pngmono"/>
  <p:tag name="ORIGWIDTH" val="286"/>
  <p:tag name="PICTUREFILESIZE" val="2069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&#10;\pagestyle{empty}&#10;&#10;\begin{document}&#10;&#10;\begin{eqnarray*}&#10;a(u,n) &amp; =&amp; e^{-j2\pi\frac{u n}{N}}\\&#10;&amp;=&amp; cos(2\pi\frac{u n}{N}) - jsin(2\pi\frac{u n}{N})&#10;\end{eqnarray*}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83"/>
  <p:tag name="BOXFONT" val="10"/>
  <p:tag name="BOXWRAP" val="False"/>
  <p:tag name="WORKAROUNDTRANSPARENCYBUG" val="False"/>
  <p:tag name="ALLOWFONTSUBSTITUTION" val="False"/>
  <p:tag name="BITMAPFORMAT" val="pngmono"/>
  <p:tag name="ORIGWIDTH" val="352"/>
  <p:tag name="PICTUREFILESIZE" val="2954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&#10;\pagestyle{empty}&#10;&#10;\begin{document}&#10;&#10;\begin{eqnarray*}&#10;F(u) &amp;= \frac{1}{N}&amp; \sum_{n=0}^{N-1} f(n)&#10;e^{\frac{-j2\pi un}{N}}&#10;\end{eqnarray*}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83"/>
  <p:tag name="BOXFONT" val="10"/>
  <p:tag name="BOXWRAP" val="False"/>
  <p:tag name="WORKAROUNDTRANSPARENCYBUG" val="False"/>
  <p:tag name="ALLOWFONTSUBSTITUTION" val="False"/>
  <p:tag name="BITMAPFORMAT" val="pngmono"/>
  <p:tag name="ORIGWIDTH" val="275"/>
  <p:tag name="PICTUREFILESIZE" val="1949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&#10;\pagestyle{empty}&#10;&#10;\begin{document}&#10;&#10;\begin{eqnarray*}&#10;e^{-j2\pi(\frac{um}{N}+\frac{vn}{N})}&#10;\end{eqnarray*}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83"/>
  <p:tag name="BOXFONT" val="10"/>
  <p:tag name="BOXWRAP" val="False"/>
  <p:tag name="WORKAROUNDTRANSPARENCYBUG" val="False"/>
  <p:tag name="ALLOWFONTSUBSTITUTION" val="False"/>
  <p:tag name="BITMAPFORMAT" val="pngmono"/>
  <p:tag name="ORIGWIDTH" val="125"/>
  <p:tag name="PICTUREFILESIZE" val="767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&#10;\pagestyle{empty}&#10;&#10;\begin{document}&#10;&#10;\begin{eqnarray*}&#10;e^{-j2\pi(\frac{um}{N}+\frac{vn}{N})}&#10;\end{eqnarray*}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83"/>
  <p:tag name="BOXFONT" val="10"/>
  <p:tag name="BOXWRAP" val="False"/>
  <p:tag name="WORKAROUNDTRANSPARENCYBUG" val="False"/>
  <p:tag name="ALLOWFONTSUBSTITUTION" val="False"/>
  <p:tag name="BITMAPFORMAT" val="pngmono"/>
  <p:tag name="ORIGWIDTH" val="125"/>
  <p:tag name="PICTUREFILESIZE" val="767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&#10;\pagestyle{empty}&#10;&#10;\begin{document}&#10;&#10;\begin{eqnarray*}&#10;e^{-j2\pi\frac{ um}{M}}&#10;\end{eqnarray*}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83"/>
  <p:tag name="BOXFONT" val="10"/>
  <p:tag name="BOXWRAP" val="False"/>
  <p:tag name="WORKAROUNDTRANSPARENCYBUG" val="False"/>
  <p:tag name="ALLOWFONTSUBSTITUTION" val="False"/>
  <p:tag name="BITMAPFORMAT" val="pngmono"/>
  <p:tag name="ORIGWIDTH" val="75"/>
  <p:tag name="PICTUREFILESIZE" val="493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&#10;\pagestyle{empty}&#10;&#10;\begin{document}&#10;&#10;\begin{eqnarray*}&#10;e^{-j2\pi\frac{ um}{M}}&#10;\end{eqnarray*}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83"/>
  <p:tag name="BOXFONT" val="10"/>
  <p:tag name="BOXWRAP" val="False"/>
  <p:tag name="WORKAROUNDTRANSPARENCYBUG" val="False"/>
  <p:tag name="ALLOWFONTSUBSTITUTION" val="False"/>
  <p:tag name="BITMAPFORMAT" val="pngmono"/>
  <p:tag name="ORIGWIDTH" val="75"/>
  <p:tag name="PICTUREFILESIZE" val="493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&#10;\pagestyle{empty}&#10;&#10;\begin{document}&#10;&#10;\begin{eqnarray*}&#10;a(u,n) &amp; =&amp; e^{-j2\pi\frac{u n}{N}}\\&#10;&amp;=&amp; cos(2\pi\frac{u n}{N}) + jsin(2\pi\frac{u n}{N})&#10;\end{eqnarray*}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83"/>
  <p:tag name="BOXFONT" val="10"/>
  <p:tag name="BOXWRAP" val="False"/>
  <p:tag name="WORKAROUNDTRANSPARENCYBUG" val="False"/>
  <p:tag name="ALLOWFONTSUBSTITUTION" val="False"/>
  <p:tag name="BITMAPFORMAT" val="pngmono"/>
  <p:tag name="ORIGWIDTH" val="355"/>
  <p:tag name="PICTUREFILESIZE" val="2986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&#10;\pagestyle{empty}&#10;&#10;\begin{document}&#10;&#10;\begin{eqnarray*}&#10;a(u,n) &amp; =&amp; \sqrt{\frac{2}{N}}cos\frac{\pi(2n+1)u}{2N}&#10;\end{eqnarray*}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83"/>
  <p:tag name="BOXFONT" val="10"/>
  <p:tag name="BOXWRAP" val="False"/>
  <p:tag name="WORKAROUNDTRANSPARENCYBUG" val="False"/>
  <p:tag name="ALLOWFONTSUBSTITUTION" val="False"/>
  <p:tag name="BITMAPFORMAT" val="pngmono"/>
  <p:tag name="ORIGWIDTH" val="295"/>
  <p:tag name="PICTUREFILESIZE" val="2082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&#10;\pagestyle{empty}&#10;&#10;\begin{document}&#10;&#10;\begin{eqnarray*}&#10;a(0,n) &amp; =&amp; \sqrt{\frac{1}{N}}&#10;\end{eqnarray*}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83"/>
  <p:tag name="BOXFONT" val="10"/>
  <p:tag name="BOXWRAP" val="False"/>
  <p:tag name="WORKAROUNDTRANSPARENCYBUG" val="False"/>
  <p:tag name="ALLOWFONTSUBSTITUTION" val="False"/>
  <p:tag name="BITMAPFORMAT" val="pngmono"/>
  <p:tag name="ORIGWIDTH" val="155"/>
  <p:tag name="PICTUREFILESIZE" val="942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&#10;\pagestyle{empty}&#10;&#10;\begin{document}&#10;&#10;\begin{eqnarray*}&#10;u=0&#10;\end{eqnarray*}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83"/>
  <p:tag name="BOXFONT" val="10"/>
  <p:tag name="BOXWRAP" val="False"/>
  <p:tag name="WORKAROUNDTRANSPARENCYBUG" val="False"/>
  <p:tag name="ALLOWFONTSUBSTITUTION" val="False"/>
  <p:tag name="BITMAPFORMAT" val="pngmono"/>
  <p:tag name="ORIGWIDTH" val="55"/>
  <p:tag name="PICTUREFILESIZE" val="1764"/>
</p:tagLst>
</file>

<file path=ppt/theme/theme1.xml><?xml version="1.0" encoding="utf-8"?>
<a:theme xmlns:a="http://schemas.openxmlformats.org/drawingml/2006/main" name="Transpa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Transpa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_tradnl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_tradnl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Transp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nsp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ransp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nsp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nsp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nsp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nsp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s-E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s-E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s-E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s-E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lends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76135183</TotalTime>
  <Pages>15</Pages>
  <Words>1611</Words>
  <Application>Microsoft Office PowerPoint</Application>
  <PresentationFormat>Presentación en pantalla (4:3)</PresentationFormat>
  <Paragraphs>314</Paragraphs>
  <Slides>40</Slides>
  <Notes>9</Notes>
  <HiddenSlides>0</HiddenSlides>
  <MMClips>0</MMClips>
  <ScaleCrop>false</ScaleCrop>
  <HeadingPairs>
    <vt:vector size="8" baseType="variant">
      <vt:variant>
        <vt:lpstr>Fuentes usadas</vt:lpstr>
      </vt:variant>
      <vt:variant>
        <vt:i4>7</vt:i4>
      </vt:variant>
      <vt:variant>
        <vt:lpstr>Tema</vt:lpstr>
      </vt:variant>
      <vt:variant>
        <vt:i4>3</vt:i4>
      </vt:variant>
      <vt:variant>
        <vt:lpstr>Servidores OLE incrustados</vt:lpstr>
      </vt:variant>
      <vt:variant>
        <vt:i4>4</vt:i4>
      </vt:variant>
      <vt:variant>
        <vt:lpstr>Títulos de diapositiva</vt:lpstr>
      </vt:variant>
      <vt:variant>
        <vt:i4>40</vt:i4>
      </vt:variant>
    </vt:vector>
  </HeadingPairs>
  <TitlesOfParts>
    <vt:vector size="54" baseType="lpstr">
      <vt:lpstr>Times New Roman</vt:lpstr>
      <vt:lpstr>Arial</vt:lpstr>
      <vt:lpstr>Tahoma</vt:lpstr>
      <vt:lpstr>Wingdings</vt:lpstr>
      <vt:lpstr>Symbol</vt:lpstr>
      <vt:lpstr>Consolas</vt:lpstr>
      <vt:lpstr>Arial Black</vt:lpstr>
      <vt:lpstr>Transpa</vt:lpstr>
      <vt:lpstr>Blends</vt:lpstr>
      <vt:lpstr>1_Blends</vt:lpstr>
      <vt:lpstr>Foto de Microsoft Photo Editor 3.0</vt:lpstr>
      <vt:lpstr>Microsoft Equation 3.0</vt:lpstr>
      <vt:lpstr>Ecuación de MS Editor de ecuaciones 3.0</vt:lpstr>
      <vt:lpstr>Microsoft Editor de ecuaciones 3.0</vt:lpstr>
      <vt:lpstr>Preprocesado y Extracción de características</vt:lpstr>
      <vt:lpstr>Extracción de características</vt:lpstr>
      <vt:lpstr>Técnicas extracción caract.</vt:lpstr>
      <vt:lpstr>La Transformada de Fourier</vt:lpstr>
      <vt:lpstr>1-D DFT</vt:lpstr>
      <vt:lpstr>Presentación de PowerPoint</vt:lpstr>
      <vt:lpstr>2D DFT</vt:lpstr>
      <vt:lpstr>Base de Fourier 2-D</vt:lpstr>
      <vt:lpstr>El dominio frecuencial</vt:lpstr>
      <vt:lpstr>El dominio frecuencial</vt:lpstr>
      <vt:lpstr>Transformada coseno 1-D (DCT)</vt:lpstr>
      <vt:lpstr>DFT vs. DCT</vt:lpstr>
      <vt:lpstr>Transformada del coseno</vt:lpstr>
      <vt:lpstr>Transformada del coseno</vt:lpstr>
      <vt:lpstr>Preprocesado</vt:lpstr>
      <vt:lpstr>Preprocesado Codificación</vt:lpstr>
      <vt:lpstr>Preprocesado  Datos Aislados</vt:lpstr>
      <vt:lpstr>Preprocesado  Datos Aislados : solución</vt:lpstr>
      <vt:lpstr>Preprocesado  Datos Incompletos</vt:lpstr>
      <vt:lpstr>Preprocesado  Normalización (simple)</vt:lpstr>
      <vt:lpstr>Reducción de la Dimensionalidad</vt:lpstr>
      <vt:lpstr>Reducción de la Dimensionalidad Selección de características</vt:lpstr>
      <vt:lpstr>Reducción de la Dimensionalidad Selección: exhaustiva</vt:lpstr>
      <vt:lpstr>Reducción de la Dimensionalidad  Selección : por pasos</vt:lpstr>
      <vt:lpstr>Reducción de la Dimensionalidad Combinación de características</vt:lpstr>
      <vt:lpstr>Reducción de la Dimensionalidad Combinación de características</vt:lpstr>
      <vt:lpstr>Reducción de la Dimensionalidad  PCA – Principal Components Analysis</vt:lpstr>
      <vt:lpstr>Presentación de PowerPoint</vt:lpstr>
      <vt:lpstr>Presentación de PowerPoint</vt:lpstr>
      <vt:lpstr>Presentación de PowerPoint</vt:lpstr>
      <vt:lpstr>Presentación de PowerPoint</vt:lpstr>
      <vt:lpstr>Reducción de la Dimensionalidad  Procedimiento PCA</vt:lpstr>
      <vt:lpstr>Reducción de la Dimensionalidad Propiedades de PCA</vt:lpstr>
      <vt:lpstr>Reducción de la Dimensionalidad  Inconveniente de PCA para clasificación</vt:lpstr>
      <vt:lpstr>Reducción de la Dimensionalidad  Inconveniente de PCA para clasificación</vt:lpstr>
      <vt:lpstr>Reducción de la Dimensionalidad Transf. discriminante de Fisher</vt:lpstr>
      <vt:lpstr>Reducción de la Dimensionalidad  Procedimiento de Fisher</vt:lpstr>
      <vt:lpstr>Reducción de la Dimensionalidad Inconveniente del discriminante de Fisher</vt:lpstr>
      <vt:lpstr>Codigo PCA</vt:lpstr>
      <vt:lpstr>Codigo Fisher/LDA</vt:lpstr>
    </vt:vector>
  </TitlesOfParts>
  <Manager>pedro.galindo@uca.es</Manager>
  <Company>Universidad de Cadiz - SPAIN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B-Reconocimiento de Patrones</dc:title>
  <dc:creator>Pedro L. Galindo</dc:creator>
  <cp:lastModifiedBy>Pedro L. Galindo - UCA</cp:lastModifiedBy>
  <cp:revision>179</cp:revision>
  <cp:lastPrinted>1999-10-29T10:23:42Z</cp:lastPrinted>
  <dcterms:created xsi:type="dcterms:W3CDTF">1996-10-03T13:57:34Z</dcterms:created>
  <dcterms:modified xsi:type="dcterms:W3CDTF">2024-04-26T08:34:45Z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2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2</vt:i4>
  </property>
  <property fmtid="{D5CDD505-2E9C-101B-9397-08002B2CF9AE}" pid="7" name="MailAddress">
    <vt:lpwstr>pedro.galindo@uca.es</vt:lpwstr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C:\basura\caca</vt:lpwstr>
  </property>
</Properties>
</file>